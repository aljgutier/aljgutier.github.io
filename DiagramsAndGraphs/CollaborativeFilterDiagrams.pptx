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67"/>
    <p:restoredTop sz="94694"/>
  </p:normalViewPr>
  <p:slideViewPr>
    <p:cSldViewPr snapToGrid="0" snapToObjects="1">
      <p:cViewPr>
        <p:scale>
          <a:sx n="76" d="100"/>
          <a:sy n="76" d="100"/>
        </p:scale>
        <p:origin x="1104" y="10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B71B6-9AE7-9C4D-A5E3-56126DB66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EBA471-46D1-814E-B0E9-EF904EE40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1D86A-B8D6-C641-96C7-F08B3D2F6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F76E-B435-2B4B-8D7A-087C4ACB3CFA}" type="datetimeFigureOut">
              <a:rPr lang="en-US" smtClean="0"/>
              <a:t>11/9/19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615CC-FB13-AC44-B938-ED42C6826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1EA54-30E8-9B45-BB90-8BBECC127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E14C-39F5-3B40-8004-17DC1A8DE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669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4F2A1-9885-BA42-9BC6-76DE0078B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2FB0A-03B1-0A4A-87E4-C85C4EC22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C6865-B7AE-6541-AFC5-D6685FC81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F76E-B435-2B4B-8D7A-087C4ACB3CFA}" type="datetimeFigureOut">
              <a:rPr lang="en-US" smtClean="0"/>
              <a:t>11/9/19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AC51C-51ED-4744-98A9-B766201ED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0F7E0-C79F-9543-BC45-2087382EC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E14C-39F5-3B40-8004-17DC1A8DE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49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C9A9B-48E4-F64A-932B-39E740404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E8B549-5049-EB4A-B924-7D4C0B331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80B1C-7AE5-4544-9AB2-DC0789153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F76E-B435-2B4B-8D7A-087C4ACB3CFA}" type="datetimeFigureOut">
              <a:rPr lang="en-US" smtClean="0"/>
              <a:t>11/9/19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81872-749F-C54A-87EF-C55419054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260D2-4ABA-F24D-A1F4-A684FE4CE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E14C-39F5-3B40-8004-17DC1A8DE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167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51755-0635-2441-AE50-F09286832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8161C-6596-CE4C-B5A8-1963FE0DEB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B4B44-4924-314D-957E-007D27C8DB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DAA703-D738-134E-9C76-6B50212B8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F76E-B435-2B4B-8D7A-087C4ACB3CFA}" type="datetimeFigureOut">
              <a:rPr lang="en-US" smtClean="0"/>
              <a:t>11/9/19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B5711-46FD-0E43-9326-516C037CA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239027-25B7-224C-8109-DB5724059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E14C-39F5-3B40-8004-17DC1A8DE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478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A1704-95F6-E942-BC87-D0D226C3C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AD668E-408A-984D-978F-3EBB5F853C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44035D-CEC0-0D4C-ABE9-A6178FDB58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5BBBE7-6FFA-4A42-B492-03B303BB94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3A602C-DDC0-DF4C-AD22-1FEB11A6E0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4FE13E-3DF5-C648-9D50-4761A8E8C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F76E-B435-2B4B-8D7A-087C4ACB3CFA}" type="datetimeFigureOut">
              <a:rPr lang="en-US" smtClean="0"/>
              <a:t>11/9/19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1D7240-4418-0448-80CF-2E8649927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0D0864-190F-2448-8BAB-7E7F81F87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E14C-39F5-3B40-8004-17DC1A8DE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134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35232-7B7E-AE48-8EF6-AC9FE23CE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46EC58-42E1-EB4E-B98B-C4B4AFE1D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F76E-B435-2B4B-8D7A-087C4ACB3CFA}" type="datetimeFigureOut">
              <a:rPr lang="en-US" smtClean="0"/>
              <a:t>11/9/19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3E7784-B801-1642-9553-BCEE21C44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AC18DA-DEE6-F34B-92B2-30C4B682A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E14C-39F5-3B40-8004-17DC1A8DE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172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14C0F2-978F-C14C-A20B-631AF6D39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F76E-B435-2B4B-8D7A-087C4ACB3CFA}" type="datetimeFigureOut">
              <a:rPr lang="en-US" smtClean="0"/>
              <a:t>11/9/19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7E170F-EA48-994F-B3DC-6978B6E70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7B6256-783B-4D43-AD8A-3C7D23CC1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E14C-39F5-3B40-8004-17DC1A8DE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176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132BA-9414-464F-8F5C-9A850395B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EE298-77DC-2A4D-BD14-1ACAA24AD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2DE119-62FC-AD46-BCDD-F5D9E5CF87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5D0D87-6A97-7C49-9330-E66FC6009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F76E-B435-2B4B-8D7A-087C4ACB3CFA}" type="datetimeFigureOut">
              <a:rPr lang="en-US" smtClean="0"/>
              <a:t>11/9/19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3CBAB-77AB-3744-8B33-0982DAA79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E9F88-740D-CB48-91FB-08443DD8E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E14C-39F5-3B40-8004-17DC1A8DE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399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26107-B2CC-7D42-BD8C-A1184D0AC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93058D-2148-1E45-A7CF-7AD28A6E48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0050EB-7F44-594D-B44B-76E4ECC783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24E724-8A43-BA4E-B84D-4DAE5B05B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F76E-B435-2B4B-8D7A-087C4ACB3CFA}" type="datetimeFigureOut">
              <a:rPr lang="en-US" smtClean="0"/>
              <a:t>11/9/19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F7D8B9-A52C-B04F-8856-4F817CC26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4613EB-04D2-1D4B-BCA7-DFFD9A50B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E14C-39F5-3B40-8004-17DC1A8DE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039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3C7D2-A17A-8648-B7F6-646EB11C1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C8E22C-982B-DF42-9B9F-091BEA7DA7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A97EA-ABFC-4041-8E77-CC4B41224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F76E-B435-2B4B-8D7A-087C4ACB3CFA}" type="datetimeFigureOut">
              <a:rPr lang="en-US" smtClean="0"/>
              <a:t>11/9/19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A953F-0675-A64A-8412-C957AB8DD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83441-374B-B54A-9424-6020AED81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E14C-39F5-3B40-8004-17DC1A8DE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189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459FAA-81EE-B840-B639-BBD553D721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92F55D-EF77-A343-B687-A42FB6289B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C162A-EF79-0240-9879-6FB0C32CF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F76E-B435-2B4B-8D7A-087C4ACB3CFA}" type="datetimeFigureOut">
              <a:rPr lang="en-US" smtClean="0"/>
              <a:t>11/9/19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F3CD1-B2C2-1842-B3F6-F1163B337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5F12B-C13E-574E-B00D-951E08DCC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E14C-39F5-3B40-8004-17DC1A8DE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27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8D87D2-C77A-FB46-A539-42742104B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5A9ADC-C0F9-734C-B2CB-31B0DC6E9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7861C-C059-224E-B07B-B366AEB2A6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DAF76E-B435-2B4B-8D7A-087C4ACB3CFA}" type="datetimeFigureOut">
              <a:rPr lang="en-US" smtClean="0"/>
              <a:t>11/9/19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9CBF5-C08A-9E40-A146-DA6C097340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70502-0D9F-3E42-83D9-040BFF738D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DE14C-39F5-3B40-8004-17DC1A8DE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69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8B3F6-DBA8-6441-A165-9E502C396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10" y="10010"/>
            <a:ext cx="8438042" cy="1325563"/>
          </a:xfrm>
        </p:spPr>
        <p:txBody>
          <a:bodyPr/>
          <a:lstStyle/>
          <a:p>
            <a:r>
              <a:rPr lang="en-US" dirty="0"/>
              <a:t>CF Matrix Multiplication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3DE8AA5-655C-6C44-894D-522EC4E0AE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730039"/>
              </p:ext>
            </p:extLst>
          </p:nvPr>
        </p:nvGraphicFramePr>
        <p:xfrm>
          <a:off x="746516" y="3121536"/>
          <a:ext cx="3928673" cy="22854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583">
                  <a:extLst>
                    <a:ext uri="{9D8B030D-6E8A-4147-A177-3AD203B41FA5}">
                      <a16:colId xmlns:a16="http://schemas.microsoft.com/office/drawing/2014/main" val="1823387517"/>
                    </a:ext>
                  </a:extLst>
                </a:gridCol>
                <a:gridCol w="647618">
                  <a:extLst>
                    <a:ext uri="{9D8B030D-6E8A-4147-A177-3AD203B41FA5}">
                      <a16:colId xmlns:a16="http://schemas.microsoft.com/office/drawing/2014/main" val="3742782355"/>
                    </a:ext>
                  </a:extLst>
                </a:gridCol>
                <a:gridCol w="647618">
                  <a:extLst>
                    <a:ext uri="{9D8B030D-6E8A-4147-A177-3AD203B41FA5}">
                      <a16:colId xmlns:a16="http://schemas.microsoft.com/office/drawing/2014/main" val="1381510143"/>
                    </a:ext>
                  </a:extLst>
                </a:gridCol>
                <a:gridCol w="647618">
                  <a:extLst>
                    <a:ext uri="{9D8B030D-6E8A-4147-A177-3AD203B41FA5}">
                      <a16:colId xmlns:a16="http://schemas.microsoft.com/office/drawing/2014/main" val="550342875"/>
                    </a:ext>
                  </a:extLst>
                </a:gridCol>
                <a:gridCol w="647618">
                  <a:extLst>
                    <a:ext uri="{9D8B030D-6E8A-4147-A177-3AD203B41FA5}">
                      <a16:colId xmlns:a16="http://schemas.microsoft.com/office/drawing/2014/main" val="2696787909"/>
                    </a:ext>
                  </a:extLst>
                </a:gridCol>
                <a:gridCol w="647618">
                  <a:extLst>
                    <a:ext uri="{9D8B030D-6E8A-4147-A177-3AD203B41FA5}">
                      <a16:colId xmlns:a16="http://schemas.microsoft.com/office/drawing/2014/main" val="1155069683"/>
                    </a:ext>
                  </a:extLst>
                </a:gridCol>
              </a:tblGrid>
              <a:tr h="38090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u/m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m1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m2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m3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m4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⋯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9832186"/>
                  </a:ext>
                </a:extLst>
              </a:tr>
              <a:tr h="38090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u1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4.5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3.3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588829"/>
                  </a:ext>
                </a:extLst>
              </a:tr>
              <a:tr h="38090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u2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170491"/>
                  </a:ext>
                </a:extLst>
              </a:tr>
              <a:tr h="38090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u3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2.9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4.9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2389469"/>
                  </a:ext>
                </a:extLst>
              </a:tr>
              <a:tr h="38090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u4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3.1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4.2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14620"/>
                  </a:ext>
                </a:extLst>
              </a:tr>
              <a:tr h="38090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⋮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18313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2B82311-C6DE-F740-B85A-D594A55E43AD}"/>
              </a:ext>
            </a:extLst>
          </p:cNvPr>
          <p:cNvSpPr txBox="1"/>
          <p:nvPr/>
        </p:nvSpPr>
        <p:spPr>
          <a:xfrm>
            <a:off x="4904298" y="3808200"/>
            <a:ext cx="4395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≈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B61F8DD-D092-6E47-B8D3-C5B82436CDE1}"/>
              </a:ext>
            </a:extLst>
          </p:cNvPr>
          <p:cNvGrpSpPr/>
          <p:nvPr/>
        </p:nvGrpSpPr>
        <p:grpSpPr>
          <a:xfrm>
            <a:off x="5848901" y="3146583"/>
            <a:ext cx="753037" cy="2242700"/>
            <a:chOff x="5907740" y="2983078"/>
            <a:chExt cx="753037" cy="224270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95AE2B5-4F50-8848-B6C1-3A11E8159B0F}"/>
                </a:ext>
              </a:extLst>
            </p:cNvPr>
            <p:cNvGrpSpPr/>
            <p:nvPr/>
          </p:nvGrpSpPr>
          <p:grpSpPr>
            <a:xfrm>
              <a:off x="5907740" y="2983078"/>
              <a:ext cx="753036" cy="2242700"/>
              <a:chOff x="5907741" y="3137790"/>
              <a:chExt cx="753036" cy="22427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DAF7D70-CB0D-374E-8500-B87F0FE6E99C}"/>
                  </a:ext>
                </a:extLst>
              </p:cNvPr>
              <p:cNvSpPr/>
              <p:nvPr/>
            </p:nvSpPr>
            <p:spPr>
              <a:xfrm>
                <a:off x="5907741" y="3137790"/>
                <a:ext cx="188259" cy="22427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0884ABAD-87DD-4B4F-A9ED-770EF335DBAA}"/>
                  </a:ext>
                </a:extLst>
              </p:cNvPr>
              <p:cNvSpPr/>
              <p:nvPr/>
            </p:nvSpPr>
            <p:spPr>
              <a:xfrm>
                <a:off x="6096000" y="3137791"/>
                <a:ext cx="188259" cy="2242698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2A873BF5-A03C-7941-9AE1-7AD6F9360EDA}"/>
                  </a:ext>
                </a:extLst>
              </p:cNvPr>
              <p:cNvSpPr/>
              <p:nvPr/>
            </p:nvSpPr>
            <p:spPr>
              <a:xfrm>
                <a:off x="6284259" y="3137792"/>
                <a:ext cx="188259" cy="2242697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8EE0C007-0084-614A-96B4-E25B3EC37124}"/>
                  </a:ext>
                </a:extLst>
              </p:cNvPr>
              <p:cNvSpPr/>
              <p:nvPr/>
            </p:nvSpPr>
            <p:spPr>
              <a:xfrm>
                <a:off x="6472518" y="3137793"/>
                <a:ext cx="188259" cy="2242696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EE1D9F0-EA1A-B84A-A33E-9F82F7827BE9}"/>
                </a:ext>
              </a:extLst>
            </p:cNvPr>
            <p:cNvGrpSpPr/>
            <p:nvPr/>
          </p:nvGrpSpPr>
          <p:grpSpPr>
            <a:xfrm>
              <a:off x="5907740" y="3171344"/>
              <a:ext cx="753037" cy="2054433"/>
              <a:chOff x="5907740" y="3171344"/>
              <a:chExt cx="753037" cy="2054433"/>
            </a:xfrm>
          </p:grpSpPr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F1FCCE84-C74F-224C-913A-4F9B6A8BDC54}"/>
                  </a:ext>
                </a:extLst>
              </p:cNvPr>
              <p:cNvSpPr/>
              <p:nvPr/>
            </p:nvSpPr>
            <p:spPr>
              <a:xfrm rot="5400000">
                <a:off x="6189044" y="2890040"/>
                <a:ext cx="190428" cy="753036"/>
              </a:xfrm>
              <a:prstGeom prst="rect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C0E1EA27-FBAD-A44B-9017-A624BD4D5DEF}"/>
                  </a:ext>
                </a:extLst>
              </p:cNvPr>
              <p:cNvSpPr/>
              <p:nvPr/>
            </p:nvSpPr>
            <p:spPr>
              <a:xfrm rot="5400000">
                <a:off x="6181099" y="3088411"/>
                <a:ext cx="206319" cy="753036"/>
              </a:xfrm>
              <a:prstGeom prst="rect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dirty="0"/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D26B6E48-644D-8B4B-93D7-46A7B44319B6}"/>
                  </a:ext>
                </a:extLst>
              </p:cNvPr>
              <p:cNvSpPr/>
              <p:nvPr/>
            </p:nvSpPr>
            <p:spPr>
              <a:xfrm rot="5400000">
                <a:off x="6181099" y="3294730"/>
                <a:ext cx="206319" cy="753036"/>
              </a:xfrm>
              <a:prstGeom prst="rect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ED59025C-DAF9-D240-B583-91405C80816A}"/>
                  </a:ext>
                </a:extLst>
              </p:cNvPr>
              <p:cNvSpPr/>
              <p:nvPr/>
            </p:nvSpPr>
            <p:spPr>
              <a:xfrm rot="5400000">
                <a:off x="6181099" y="3501050"/>
                <a:ext cx="206319" cy="753036"/>
              </a:xfrm>
              <a:prstGeom prst="rect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3E0F8380-FF08-A84C-9D73-B454BB180DE4}"/>
                  </a:ext>
                </a:extLst>
              </p:cNvPr>
              <p:cNvSpPr/>
              <p:nvPr/>
            </p:nvSpPr>
            <p:spPr>
              <a:xfrm rot="5400000">
                <a:off x="6181099" y="3707369"/>
                <a:ext cx="206319" cy="753036"/>
              </a:xfrm>
              <a:prstGeom prst="rect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DED55E52-06AC-7D4C-9DE2-4D6E75A51EE1}"/>
                  </a:ext>
                </a:extLst>
              </p:cNvPr>
              <p:cNvSpPr/>
              <p:nvPr/>
            </p:nvSpPr>
            <p:spPr>
              <a:xfrm rot="5400000">
                <a:off x="6181099" y="3913689"/>
                <a:ext cx="206319" cy="753036"/>
              </a:xfrm>
              <a:prstGeom prst="rect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2CA3B27D-C1A2-2946-94CA-ADF6D7F6AA80}"/>
                  </a:ext>
                </a:extLst>
              </p:cNvPr>
              <p:cNvSpPr/>
              <p:nvPr/>
            </p:nvSpPr>
            <p:spPr>
              <a:xfrm rot="5400000">
                <a:off x="6181099" y="4120009"/>
                <a:ext cx="206319" cy="753036"/>
              </a:xfrm>
              <a:prstGeom prst="rect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A5A16F93-C62D-FD4B-B2B1-92FB362F1902}"/>
                  </a:ext>
                </a:extLst>
              </p:cNvPr>
              <p:cNvSpPr/>
              <p:nvPr/>
            </p:nvSpPr>
            <p:spPr>
              <a:xfrm rot="5400000">
                <a:off x="6181098" y="4326329"/>
                <a:ext cx="206320" cy="753036"/>
              </a:xfrm>
              <a:prstGeom prst="rect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0BEBFF7D-A95C-6F4B-AA02-853604751A91}"/>
                  </a:ext>
                </a:extLst>
              </p:cNvPr>
              <p:cNvSpPr/>
              <p:nvPr/>
            </p:nvSpPr>
            <p:spPr>
              <a:xfrm rot="5400000">
                <a:off x="6178446" y="4535302"/>
                <a:ext cx="211626" cy="753036"/>
              </a:xfrm>
              <a:prstGeom prst="rect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7B1C6EBD-0787-A04F-8F76-422943D11F02}"/>
                  </a:ext>
                </a:extLst>
              </p:cNvPr>
              <p:cNvSpPr/>
              <p:nvPr/>
            </p:nvSpPr>
            <p:spPr>
              <a:xfrm rot="5400000">
                <a:off x="6181098" y="4746100"/>
                <a:ext cx="206319" cy="753036"/>
              </a:xfrm>
              <a:prstGeom prst="rect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</p:grp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BCB7F420-9FAE-6449-8A1B-E3799FFB5980}"/>
              </a:ext>
            </a:extLst>
          </p:cNvPr>
          <p:cNvSpPr txBox="1"/>
          <p:nvPr/>
        </p:nvSpPr>
        <p:spPr>
          <a:xfrm>
            <a:off x="6885987" y="3202431"/>
            <a:ext cx="4074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x</a:t>
            </a:r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336D86E4-04F8-F747-B4A6-7EE7973C5AFA}"/>
              </a:ext>
            </a:extLst>
          </p:cNvPr>
          <p:cNvGrpSpPr/>
          <p:nvPr/>
        </p:nvGrpSpPr>
        <p:grpSpPr>
          <a:xfrm rot="16200000">
            <a:off x="8435335" y="2310331"/>
            <a:ext cx="753037" cy="2242700"/>
            <a:chOff x="5907740" y="2983078"/>
            <a:chExt cx="753037" cy="2242700"/>
          </a:xfrm>
        </p:grpSpPr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1FABF85E-97D2-EE47-8D4A-B1E86AA4A21D}"/>
                </a:ext>
              </a:extLst>
            </p:cNvPr>
            <p:cNvGrpSpPr/>
            <p:nvPr/>
          </p:nvGrpSpPr>
          <p:grpSpPr>
            <a:xfrm>
              <a:off x="5907740" y="2983078"/>
              <a:ext cx="753036" cy="2242700"/>
              <a:chOff x="5907741" y="3137790"/>
              <a:chExt cx="753036" cy="2242700"/>
            </a:xfrm>
          </p:grpSpPr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A108A267-2273-F04F-9066-96C81F387BB4}"/>
                  </a:ext>
                </a:extLst>
              </p:cNvPr>
              <p:cNvSpPr/>
              <p:nvPr/>
            </p:nvSpPr>
            <p:spPr>
              <a:xfrm>
                <a:off x="5907741" y="3137790"/>
                <a:ext cx="188259" cy="22427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EB66E529-54E4-A840-90B1-14D72F3CC541}"/>
                  </a:ext>
                </a:extLst>
              </p:cNvPr>
              <p:cNvSpPr/>
              <p:nvPr/>
            </p:nvSpPr>
            <p:spPr>
              <a:xfrm>
                <a:off x="6096000" y="3137791"/>
                <a:ext cx="188259" cy="2242698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50207517-3F4C-F24F-84C1-E95FE8C19B59}"/>
                  </a:ext>
                </a:extLst>
              </p:cNvPr>
              <p:cNvSpPr/>
              <p:nvPr/>
            </p:nvSpPr>
            <p:spPr>
              <a:xfrm>
                <a:off x="6284259" y="3137792"/>
                <a:ext cx="188259" cy="2242697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E8CA0FB4-E895-C041-9542-1C0567CAE74E}"/>
                  </a:ext>
                </a:extLst>
              </p:cNvPr>
              <p:cNvSpPr/>
              <p:nvPr/>
            </p:nvSpPr>
            <p:spPr>
              <a:xfrm>
                <a:off x="6472518" y="3137793"/>
                <a:ext cx="188259" cy="2242696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</p:grp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E2DEB0E0-457E-484D-9B8E-A749C72A454E}"/>
                </a:ext>
              </a:extLst>
            </p:cNvPr>
            <p:cNvGrpSpPr/>
            <p:nvPr/>
          </p:nvGrpSpPr>
          <p:grpSpPr>
            <a:xfrm>
              <a:off x="5907740" y="3171344"/>
              <a:ext cx="753037" cy="2054433"/>
              <a:chOff x="5907740" y="3171344"/>
              <a:chExt cx="753037" cy="2054433"/>
            </a:xfrm>
          </p:grpSpPr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00732C1C-7992-594B-AC29-11211D84F730}"/>
                  </a:ext>
                </a:extLst>
              </p:cNvPr>
              <p:cNvSpPr/>
              <p:nvPr/>
            </p:nvSpPr>
            <p:spPr>
              <a:xfrm rot="5400000">
                <a:off x="6189044" y="2890040"/>
                <a:ext cx="190428" cy="753036"/>
              </a:xfrm>
              <a:prstGeom prst="rect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2A612B42-F608-E64A-B647-63E5771F1AFB}"/>
                  </a:ext>
                </a:extLst>
              </p:cNvPr>
              <p:cNvSpPr/>
              <p:nvPr/>
            </p:nvSpPr>
            <p:spPr>
              <a:xfrm rot="5400000">
                <a:off x="6181099" y="3088411"/>
                <a:ext cx="206319" cy="753036"/>
              </a:xfrm>
              <a:prstGeom prst="rect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dirty="0"/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28B6CB87-80E5-CA4B-98A8-2D34C9F289C1}"/>
                  </a:ext>
                </a:extLst>
              </p:cNvPr>
              <p:cNvSpPr/>
              <p:nvPr/>
            </p:nvSpPr>
            <p:spPr>
              <a:xfrm rot="5400000">
                <a:off x="6181099" y="3294730"/>
                <a:ext cx="206319" cy="753036"/>
              </a:xfrm>
              <a:prstGeom prst="rect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21409B42-95A8-2A43-B23D-D042000407A5}"/>
                  </a:ext>
                </a:extLst>
              </p:cNvPr>
              <p:cNvSpPr/>
              <p:nvPr/>
            </p:nvSpPr>
            <p:spPr>
              <a:xfrm rot="5400000">
                <a:off x="6181099" y="3501050"/>
                <a:ext cx="206319" cy="753036"/>
              </a:xfrm>
              <a:prstGeom prst="rect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2F2976AC-DBBE-9B48-B6E2-FC79D3B22ED4}"/>
                  </a:ext>
                </a:extLst>
              </p:cNvPr>
              <p:cNvSpPr/>
              <p:nvPr/>
            </p:nvSpPr>
            <p:spPr>
              <a:xfrm rot="5400000">
                <a:off x="6181099" y="3707369"/>
                <a:ext cx="206319" cy="753036"/>
              </a:xfrm>
              <a:prstGeom prst="rect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5C95318B-A3A9-6145-BEC9-C7761B743A03}"/>
                  </a:ext>
                </a:extLst>
              </p:cNvPr>
              <p:cNvSpPr/>
              <p:nvPr/>
            </p:nvSpPr>
            <p:spPr>
              <a:xfrm rot="5400000">
                <a:off x="6181099" y="3913689"/>
                <a:ext cx="206319" cy="753036"/>
              </a:xfrm>
              <a:prstGeom prst="rect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FC5A0B49-8C64-5A45-88F9-853F8E0533C4}"/>
                  </a:ext>
                </a:extLst>
              </p:cNvPr>
              <p:cNvSpPr/>
              <p:nvPr/>
            </p:nvSpPr>
            <p:spPr>
              <a:xfrm rot="5400000">
                <a:off x="6181099" y="4120009"/>
                <a:ext cx="206319" cy="753036"/>
              </a:xfrm>
              <a:prstGeom prst="rect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2EAC1678-0BCD-F541-8DCB-8C29565A06BE}"/>
                  </a:ext>
                </a:extLst>
              </p:cNvPr>
              <p:cNvSpPr/>
              <p:nvPr/>
            </p:nvSpPr>
            <p:spPr>
              <a:xfrm rot="5400000">
                <a:off x="6181098" y="4326329"/>
                <a:ext cx="206320" cy="753036"/>
              </a:xfrm>
              <a:prstGeom prst="rect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76D7858E-665C-D442-B4B8-36DB08D99CAE}"/>
                  </a:ext>
                </a:extLst>
              </p:cNvPr>
              <p:cNvSpPr/>
              <p:nvPr/>
            </p:nvSpPr>
            <p:spPr>
              <a:xfrm rot="5400000">
                <a:off x="6178446" y="4535302"/>
                <a:ext cx="211626" cy="753036"/>
              </a:xfrm>
              <a:prstGeom prst="rect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7D091219-8A63-8C4F-8703-ADD90EF0DD37}"/>
                  </a:ext>
                </a:extLst>
              </p:cNvPr>
              <p:cNvSpPr/>
              <p:nvPr/>
            </p:nvSpPr>
            <p:spPr>
              <a:xfrm rot="5400000">
                <a:off x="6181098" y="4746100"/>
                <a:ext cx="206319" cy="753036"/>
              </a:xfrm>
              <a:prstGeom prst="rect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</p:grp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D802D041-EC09-2447-9971-8FB3A83D9A6B}"/>
              </a:ext>
            </a:extLst>
          </p:cNvPr>
          <p:cNvSpPr txBox="1"/>
          <p:nvPr/>
        </p:nvSpPr>
        <p:spPr>
          <a:xfrm rot="16200000">
            <a:off x="5315319" y="4051891"/>
            <a:ext cx="7654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Users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28CD6594-3CE7-D146-9645-CEB9D52C1C0F}"/>
              </a:ext>
            </a:extLst>
          </p:cNvPr>
          <p:cNvSpPr txBox="1"/>
          <p:nvPr/>
        </p:nvSpPr>
        <p:spPr>
          <a:xfrm>
            <a:off x="5746290" y="2773186"/>
            <a:ext cx="11008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K-factors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A97003A4-750E-5341-AD74-8FC4BFD9E438}"/>
              </a:ext>
            </a:extLst>
          </p:cNvPr>
          <p:cNvSpPr txBox="1"/>
          <p:nvPr/>
        </p:nvSpPr>
        <p:spPr>
          <a:xfrm>
            <a:off x="8438886" y="2690863"/>
            <a:ext cx="767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Items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94A34397-167C-7144-AFA6-608EF450524F}"/>
              </a:ext>
            </a:extLst>
          </p:cNvPr>
          <p:cNvSpPr txBox="1"/>
          <p:nvPr/>
        </p:nvSpPr>
        <p:spPr>
          <a:xfrm rot="16200000">
            <a:off x="6993160" y="3294654"/>
            <a:ext cx="11008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K-factors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B5B75839-642B-FA48-A005-79B20058F5E3}"/>
              </a:ext>
            </a:extLst>
          </p:cNvPr>
          <p:cNvSpPr txBox="1"/>
          <p:nvPr/>
        </p:nvSpPr>
        <p:spPr>
          <a:xfrm>
            <a:off x="2313146" y="5544964"/>
            <a:ext cx="7954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U x M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9B84AA77-6577-3B42-9E35-8B17D66ABFC1}"/>
              </a:ext>
            </a:extLst>
          </p:cNvPr>
          <p:cNvSpPr txBox="1"/>
          <p:nvPr/>
        </p:nvSpPr>
        <p:spPr>
          <a:xfrm>
            <a:off x="5806526" y="5510538"/>
            <a:ext cx="7088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U x K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0063B6E-5D8B-554B-8C64-41598331503A}"/>
              </a:ext>
            </a:extLst>
          </p:cNvPr>
          <p:cNvSpPr txBox="1"/>
          <p:nvPr/>
        </p:nvSpPr>
        <p:spPr>
          <a:xfrm>
            <a:off x="8643209" y="3907349"/>
            <a:ext cx="7633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K x M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49FEF449-51ED-3E4F-A7C6-0F22F31B2CF8}"/>
              </a:ext>
            </a:extLst>
          </p:cNvPr>
          <p:cNvSpPr txBox="1"/>
          <p:nvPr/>
        </p:nvSpPr>
        <p:spPr>
          <a:xfrm>
            <a:off x="2548787" y="2328265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F039A896-0A13-C54A-B644-8E24CD35BD14}"/>
              </a:ext>
            </a:extLst>
          </p:cNvPr>
          <p:cNvSpPr txBox="1"/>
          <p:nvPr/>
        </p:nvSpPr>
        <p:spPr>
          <a:xfrm>
            <a:off x="5978605" y="2381718"/>
            <a:ext cx="3497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U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1D252306-89C3-7047-99EA-0682B2DCEE87}"/>
              </a:ext>
            </a:extLst>
          </p:cNvPr>
          <p:cNvSpPr txBox="1"/>
          <p:nvPr/>
        </p:nvSpPr>
        <p:spPr>
          <a:xfrm>
            <a:off x="1891071" y="2709908"/>
            <a:ext cx="22025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User Movie Ratings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AA1B3719-BC03-314B-B1DD-A791C9252414}"/>
              </a:ext>
            </a:extLst>
          </p:cNvPr>
          <p:cNvSpPr txBox="1"/>
          <p:nvPr/>
        </p:nvSpPr>
        <p:spPr>
          <a:xfrm>
            <a:off x="8666920" y="2363115"/>
            <a:ext cx="2487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274562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64AC2-F5CD-A24E-A2CE-9EF0590CF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59129"/>
            <a:ext cx="10515600" cy="1017833"/>
          </a:xfrm>
        </p:spPr>
        <p:txBody>
          <a:bodyPr/>
          <a:lstStyle/>
          <a:p>
            <a:r>
              <a:rPr lang="en-US" dirty="0" err="1"/>
              <a:t>asfsdf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967116E-3E0C-FF40-BC1A-6ADEDC1654B2}"/>
              </a:ext>
            </a:extLst>
          </p:cNvPr>
          <p:cNvGrpSpPr/>
          <p:nvPr/>
        </p:nvGrpSpPr>
        <p:grpSpPr>
          <a:xfrm>
            <a:off x="1734062" y="1126691"/>
            <a:ext cx="6366505" cy="1404452"/>
            <a:chOff x="601494" y="4774319"/>
            <a:chExt cx="6366505" cy="140445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9BA7D60-A945-374E-888A-8F1EA1DDF5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1494" y="4780624"/>
              <a:ext cx="1195445" cy="690154"/>
            </a:xfrm>
            <a:prstGeom prst="rect">
              <a:avLst/>
            </a:prstGeom>
          </p:spPr>
        </p:pic>
        <p:sp>
          <p:nvSpPr>
            <p:cNvPr id="6" name="Can 5">
              <a:extLst>
                <a:ext uri="{FF2B5EF4-FFF2-40B4-BE49-F238E27FC236}">
                  <a16:creationId xmlns:a16="http://schemas.microsoft.com/office/drawing/2014/main" id="{0C1BBA80-3EE1-C14C-BFA2-D716B7AA8C1F}"/>
                </a:ext>
              </a:extLst>
            </p:cNvPr>
            <p:cNvSpPr/>
            <p:nvPr/>
          </p:nvSpPr>
          <p:spPr>
            <a:xfrm>
              <a:off x="2198416" y="4909507"/>
              <a:ext cx="481487" cy="530597"/>
            </a:xfrm>
            <a:prstGeom prst="can">
              <a:avLst/>
            </a:prstGeom>
            <a:noFill/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704B6BD-EFCE-E54B-9043-988C69F94302}"/>
                </a:ext>
              </a:extLst>
            </p:cNvPr>
            <p:cNvSpPr txBox="1"/>
            <p:nvPr/>
          </p:nvSpPr>
          <p:spPr>
            <a:xfrm>
              <a:off x="2963140" y="5597006"/>
              <a:ext cx="0" cy="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endParaRPr lang="en-US" sz="1800" dirty="0">
                <a:solidFill>
                  <a:schemeClr val="accent1"/>
                </a:solidFill>
                <a:latin typeface="+mj-lt"/>
                <a:ea typeface="Arial" pitchFamily="34" charset="-128"/>
              </a:endParaRPr>
            </a:p>
          </p:txBody>
        </p:sp>
        <p:pic>
          <p:nvPicPr>
            <p:cNvPr id="8" name="Graphic 7" descr="Single gear">
              <a:extLst>
                <a:ext uri="{FF2B5EF4-FFF2-40B4-BE49-F238E27FC236}">
                  <a16:creationId xmlns:a16="http://schemas.microsoft.com/office/drawing/2014/main" id="{DC51F74B-FD73-E74B-9E3D-4051516B1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026036" y="4774319"/>
              <a:ext cx="710989" cy="710989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4A94546-32B6-4C4B-83FC-D325BDB79E93}"/>
                </a:ext>
              </a:extLst>
            </p:cNvPr>
            <p:cNvSpPr/>
            <p:nvPr/>
          </p:nvSpPr>
          <p:spPr>
            <a:xfrm>
              <a:off x="3029124" y="5464998"/>
              <a:ext cx="108876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/>
                <a:t>Data </a:t>
              </a:r>
            </a:p>
            <a:p>
              <a:r>
                <a:rPr lang="en-US" sz="1400" dirty="0"/>
                <a:t>preparation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ACB8E40-9B56-D045-A0B0-87E4B0698093}"/>
                </a:ext>
              </a:extLst>
            </p:cNvPr>
            <p:cNvSpPr/>
            <p:nvPr/>
          </p:nvSpPr>
          <p:spPr>
            <a:xfrm>
              <a:off x="605242" y="5485308"/>
              <a:ext cx="110158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/>
                <a:t>App Events</a:t>
              </a:r>
            </a:p>
            <a:p>
              <a:r>
                <a:rPr lang="en-US" sz="1400" dirty="0"/>
                <a:t>Ratings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FDDD907-7FF4-E243-B5B7-6C1E8EDE2D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46329" y="4784395"/>
              <a:ext cx="827805" cy="881559"/>
            </a:xfrm>
            <a:prstGeom prst="rect">
              <a:avLst/>
            </a:prstGeom>
          </p:spPr>
        </p:pic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6C94D0D6-92F5-AA41-98BE-2532467771BA}"/>
                </a:ext>
              </a:extLst>
            </p:cNvPr>
            <p:cNvCxnSpPr>
              <a:cxnSpLocks/>
            </p:cNvCxnSpPr>
            <p:nvPr/>
          </p:nvCxnSpPr>
          <p:spPr>
            <a:xfrm>
              <a:off x="3738179" y="5123994"/>
              <a:ext cx="29552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8BAEA61-F0E3-3D4A-AC57-59394714CDC9}"/>
                </a:ext>
              </a:extLst>
            </p:cNvPr>
            <p:cNvCxnSpPr>
              <a:cxnSpLocks/>
            </p:cNvCxnSpPr>
            <p:nvPr/>
          </p:nvCxnSpPr>
          <p:spPr>
            <a:xfrm>
              <a:off x="5113959" y="5115973"/>
              <a:ext cx="29552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B8C8096-5218-5545-B065-02248999908F}"/>
                </a:ext>
              </a:extLst>
            </p:cNvPr>
            <p:cNvCxnSpPr>
              <a:cxnSpLocks/>
            </p:cNvCxnSpPr>
            <p:nvPr/>
          </p:nvCxnSpPr>
          <p:spPr>
            <a:xfrm>
              <a:off x="2744895" y="5115973"/>
              <a:ext cx="29552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2060FFA-DD12-C143-B6E1-88CA2CBC8F8D}"/>
                </a:ext>
              </a:extLst>
            </p:cNvPr>
            <p:cNvSpPr/>
            <p:nvPr/>
          </p:nvSpPr>
          <p:spPr>
            <a:xfrm>
              <a:off x="5459253" y="5741466"/>
              <a:ext cx="150874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/>
                <a:t>Content Delivery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FCB7C9E-784C-5D49-93C4-DC353429733A}"/>
                </a:ext>
              </a:extLst>
            </p:cNvPr>
            <p:cNvSpPr/>
            <p:nvPr/>
          </p:nvSpPr>
          <p:spPr>
            <a:xfrm>
              <a:off x="2095008" y="5464998"/>
              <a:ext cx="81144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/>
                <a:t>Storage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D2C4B65-57E7-B846-8C2E-AE3A86EFEF56}"/>
                </a:ext>
              </a:extLst>
            </p:cNvPr>
            <p:cNvCxnSpPr>
              <a:cxnSpLocks/>
            </p:cNvCxnSpPr>
            <p:nvPr/>
          </p:nvCxnSpPr>
          <p:spPr>
            <a:xfrm>
              <a:off x="1866600" y="5142840"/>
              <a:ext cx="29552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F06247DA-15C5-9D44-8228-C86DF170B5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14797" y="4800933"/>
              <a:ext cx="913752" cy="70505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FCAD4FD-C6B9-0147-95DA-39BCFD598F46}"/>
                </a:ext>
              </a:extLst>
            </p:cNvPr>
            <p:cNvSpPr/>
            <p:nvPr/>
          </p:nvSpPr>
          <p:spPr>
            <a:xfrm>
              <a:off x="4284366" y="5440107"/>
              <a:ext cx="1208985" cy="7386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/>
                <a:t>Matrix </a:t>
              </a:r>
            </a:p>
            <a:p>
              <a:r>
                <a:rPr lang="en-US" sz="1400" dirty="0"/>
                <a:t>Factorization</a:t>
              </a:r>
            </a:p>
            <a:p>
              <a:r>
                <a:rPr lang="en-US" sz="1400" dirty="0"/>
                <a:t>Model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C02AC2A-E6F8-0741-8D63-C3AA325427B8}"/>
              </a:ext>
            </a:extLst>
          </p:cNvPr>
          <p:cNvGrpSpPr/>
          <p:nvPr/>
        </p:nvGrpSpPr>
        <p:grpSpPr>
          <a:xfrm>
            <a:off x="1522819" y="3354645"/>
            <a:ext cx="6366505" cy="1404449"/>
            <a:chOff x="601494" y="4774319"/>
            <a:chExt cx="6366505" cy="1404449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A9F1E3D5-2260-D84E-B183-FFB856DC0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1494" y="4780624"/>
              <a:ext cx="1195445" cy="690154"/>
            </a:xfrm>
            <a:prstGeom prst="rect">
              <a:avLst/>
            </a:prstGeom>
          </p:spPr>
        </p:pic>
        <p:sp>
          <p:nvSpPr>
            <p:cNvPr id="22" name="Can 21">
              <a:extLst>
                <a:ext uri="{FF2B5EF4-FFF2-40B4-BE49-F238E27FC236}">
                  <a16:creationId xmlns:a16="http://schemas.microsoft.com/office/drawing/2014/main" id="{18DDE9E2-B52B-AB47-B190-768FAB1859E7}"/>
                </a:ext>
              </a:extLst>
            </p:cNvPr>
            <p:cNvSpPr/>
            <p:nvPr/>
          </p:nvSpPr>
          <p:spPr>
            <a:xfrm>
              <a:off x="2198416" y="4909507"/>
              <a:ext cx="481487" cy="530597"/>
            </a:xfrm>
            <a:prstGeom prst="can">
              <a:avLst/>
            </a:prstGeom>
            <a:noFill/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B099B87-8EF5-A745-BA73-160BA2D2D1EB}"/>
                </a:ext>
              </a:extLst>
            </p:cNvPr>
            <p:cNvSpPr txBox="1"/>
            <p:nvPr/>
          </p:nvSpPr>
          <p:spPr>
            <a:xfrm>
              <a:off x="2963140" y="5597006"/>
              <a:ext cx="0" cy="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endParaRPr lang="en-US" sz="1800" dirty="0">
                <a:solidFill>
                  <a:schemeClr val="accent1"/>
                </a:solidFill>
                <a:latin typeface="+mj-lt"/>
                <a:ea typeface="Arial" pitchFamily="34" charset="-128"/>
              </a:endParaRPr>
            </a:p>
          </p:txBody>
        </p:sp>
        <p:pic>
          <p:nvPicPr>
            <p:cNvPr id="24" name="Graphic 23" descr="Single gear">
              <a:extLst>
                <a:ext uri="{FF2B5EF4-FFF2-40B4-BE49-F238E27FC236}">
                  <a16:creationId xmlns:a16="http://schemas.microsoft.com/office/drawing/2014/main" id="{7A3C469A-C7E8-A44D-8FC9-8AC7A0CD90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026036" y="4774319"/>
              <a:ext cx="710989" cy="710989"/>
            </a:xfrm>
            <a:prstGeom prst="rect">
              <a:avLst/>
            </a:prstGeom>
          </p:spPr>
        </p:pic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5918267-6357-B149-AE79-052E90B99D0E}"/>
                </a:ext>
              </a:extLst>
            </p:cNvPr>
            <p:cNvSpPr/>
            <p:nvPr/>
          </p:nvSpPr>
          <p:spPr>
            <a:xfrm>
              <a:off x="3029124" y="5464998"/>
              <a:ext cx="108876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/>
                <a:t>Data </a:t>
              </a:r>
            </a:p>
            <a:p>
              <a:r>
                <a:rPr lang="en-US" sz="1400" dirty="0"/>
                <a:t>preparation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25F8FA6-2776-324A-9586-80039F61BFBC}"/>
                </a:ext>
              </a:extLst>
            </p:cNvPr>
            <p:cNvSpPr/>
            <p:nvPr/>
          </p:nvSpPr>
          <p:spPr>
            <a:xfrm>
              <a:off x="605242" y="5485308"/>
              <a:ext cx="110158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/>
                <a:t>App Events</a:t>
              </a:r>
            </a:p>
            <a:p>
              <a:r>
                <a:rPr lang="en-US" sz="1400" dirty="0"/>
                <a:t>Ratings</a:t>
              </a:r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54F2E99D-9FE9-E241-97AB-9BCE87A0C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46329" y="4784395"/>
              <a:ext cx="827805" cy="881559"/>
            </a:xfrm>
            <a:prstGeom prst="rect">
              <a:avLst/>
            </a:prstGeom>
          </p:spPr>
        </p:pic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A7AAD1B0-BF76-004E-8589-6735D9BA00B0}"/>
                </a:ext>
              </a:extLst>
            </p:cNvPr>
            <p:cNvCxnSpPr>
              <a:cxnSpLocks/>
            </p:cNvCxnSpPr>
            <p:nvPr/>
          </p:nvCxnSpPr>
          <p:spPr>
            <a:xfrm>
              <a:off x="3738179" y="5123994"/>
              <a:ext cx="29552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2B92D4FA-D50E-A540-823E-C02208CC2E2D}"/>
                </a:ext>
              </a:extLst>
            </p:cNvPr>
            <p:cNvCxnSpPr>
              <a:cxnSpLocks/>
            </p:cNvCxnSpPr>
            <p:nvPr/>
          </p:nvCxnSpPr>
          <p:spPr>
            <a:xfrm>
              <a:off x="5113959" y="5115973"/>
              <a:ext cx="29552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7AE92BE4-2B04-5645-94D9-C1E4EDEE6AFC}"/>
                </a:ext>
              </a:extLst>
            </p:cNvPr>
            <p:cNvCxnSpPr>
              <a:cxnSpLocks/>
            </p:cNvCxnSpPr>
            <p:nvPr/>
          </p:nvCxnSpPr>
          <p:spPr>
            <a:xfrm>
              <a:off x="2744895" y="5115973"/>
              <a:ext cx="29552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1494191-E98C-924B-AC27-C634E92D2215}"/>
                </a:ext>
              </a:extLst>
            </p:cNvPr>
            <p:cNvSpPr/>
            <p:nvPr/>
          </p:nvSpPr>
          <p:spPr>
            <a:xfrm>
              <a:off x="5459253" y="5741466"/>
              <a:ext cx="150874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/>
                <a:t>Content Delivery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DD4E029-378A-EA45-BBB1-292CCB718E80}"/>
                </a:ext>
              </a:extLst>
            </p:cNvPr>
            <p:cNvSpPr/>
            <p:nvPr/>
          </p:nvSpPr>
          <p:spPr>
            <a:xfrm>
              <a:off x="2095008" y="5464998"/>
              <a:ext cx="81144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/>
                <a:t>Storage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5A3FFB67-CA30-4243-85B6-F9467612271F}"/>
                </a:ext>
              </a:extLst>
            </p:cNvPr>
            <p:cNvCxnSpPr>
              <a:cxnSpLocks/>
            </p:cNvCxnSpPr>
            <p:nvPr/>
          </p:nvCxnSpPr>
          <p:spPr>
            <a:xfrm>
              <a:off x="1866600" y="5142840"/>
              <a:ext cx="29552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84E435F-7618-104E-9AEF-679D33095DF6}"/>
                </a:ext>
              </a:extLst>
            </p:cNvPr>
            <p:cNvSpPr/>
            <p:nvPr/>
          </p:nvSpPr>
          <p:spPr>
            <a:xfrm>
              <a:off x="4051810" y="5440104"/>
              <a:ext cx="1426096" cy="7386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/>
                <a:t>Collaborative</a:t>
              </a:r>
            </a:p>
            <a:p>
              <a:r>
                <a:rPr lang="en-US" sz="1400" dirty="0"/>
                <a:t>Filter</a:t>
              </a:r>
            </a:p>
            <a:p>
              <a:r>
                <a:rPr lang="en-US" sz="1400" dirty="0"/>
                <a:t>Predictive Model</a:t>
              </a:r>
            </a:p>
          </p:txBody>
        </p:sp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D05BB19A-5E37-8641-9E54-6C62B91B15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6936" y="3448746"/>
            <a:ext cx="901530" cy="523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01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F2FBE66-9012-034B-92B1-CCD9B2954BFB}"/>
              </a:ext>
            </a:extLst>
          </p:cNvPr>
          <p:cNvSpPr/>
          <p:nvPr/>
        </p:nvSpPr>
        <p:spPr>
          <a:xfrm>
            <a:off x="771387" y="2764387"/>
            <a:ext cx="19218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/>
              <a:t>X = (U, I, D, …  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FCA701-5618-604E-80F6-174720BF8EFC}"/>
              </a:ext>
            </a:extLst>
          </p:cNvPr>
          <p:cNvSpPr/>
          <p:nvPr/>
        </p:nvSpPr>
        <p:spPr>
          <a:xfrm>
            <a:off x="3389591" y="1668753"/>
            <a:ext cx="369012" cy="3999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999" dirty="0"/>
              <a:t>U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B8B263-E0A5-8D49-B951-C9AA2E112788}"/>
              </a:ext>
            </a:extLst>
          </p:cNvPr>
          <p:cNvSpPr/>
          <p:nvPr/>
        </p:nvSpPr>
        <p:spPr>
          <a:xfrm>
            <a:off x="3415515" y="3480026"/>
            <a:ext cx="255198" cy="3999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999" dirty="0"/>
              <a:t>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4A0406-D0F3-CD47-B3F6-57874B4E977A}"/>
              </a:ext>
            </a:extLst>
          </p:cNvPr>
          <p:cNvSpPr/>
          <p:nvPr/>
        </p:nvSpPr>
        <p:spPr>
          <a:xfrm>
            <a:off x="3401249" y="4943935"/>
            <a:ext cx="69398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D427D0-7884-274A-B722-1AD535D98567}"/>
              </a:ext>
            </a:extLst>
          </p:cNvPr>
          <p:cNvSpPr/>
          <p:nvPr/>
        </p:nvSpPr>
        <p:spPr>
          <a:xfrm>
            <a:off x="3904256" y="5409032"/>
            <a:ext cx="269556" cy="51487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980"/>
              </a:lnSpc>
            </a:pPr>
            <a:r>
              <a:rPr lang="en-US" sz="2399" dirty="0"/>
              <a:t>.</a:t>
            </a:r>
          </a:p>
          <a:p>
            <a:pPr>
              <a:lnSpc>
                <a:spcPts val="980"/>
              </a:lnSpc>
            </a:pPr>
            <a:r>
              <a:rPr lang="en-US" sz="2399" dirty="0"/>
              <a:t>.</a:t>
            </a:r>
          </a:p>
          <a:p>
            <a:pPr>
              <a:lnSpc>
                <a:spcPts val="980"/>
              </a:lnSpc>
            </a:pPr>
            <a:r>
              <a:rPr lang="en-US" sz="2399" dirty="0"/>
              <a:t>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DF91930-0D5C-5545-A76B-9B0131615EEC}"/>
              </a:ext>
            </a:extLst>
          </p:cNvPr>
          <p:cNvCxnSpPr>
            <a:cxnSpLocks/>
          </p:cNvCxnSpPr>
          <p:nvPr/>
        </p:nvCxnSpPr>
        <p:spPr>
          <a:xfrm>
            <a:off x="3975557" y="3735057"/>
            <a:ext cx="34535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3DBB2EA-3F16-1742-A872-35DCCE196820}"/>
              </a:ext>
            </a:extLst>
          </p:cNvPr>
          <p:cNvCxnSpPr>
            <a:cxnSpLocks/>
          </p:cNvCxnSpPr>
          <p:nvPr/>
        </p:nvCxnSpPr>
        <p:spPr>
          <a:xfrm>
            <a:off x="5936039" y="3708164"/>
            <a:ext cx="33138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EAFFCF3-5B2F-2C47-957E-3A039ADF1831}"/>
              </a:ext>
            </a:extLst>
          </p:cNvPr>
          <p:cNvCxnSpPr>
            <a:cxnSpLocks/>
          </p:cNvCxnSpPr>
          <p:nvPr/>
        </p:nvCxnSpPr>
        <p:spPr>
          <a:xfrm>
            <a:off x="5129562" y="5139859"/>
            <a:ext cx="33138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3E07F3B-A3A3-3548-8015-8FA67040B79C}"/>
              </a:ext>
            </a:extLst>
          </p:cNvPr>
          <p:cNvSpPr/>
          <p:nvPr/>
        </p:nvSpPr>
        <p:spPr>
          <a:xfrm>
            <a:off x="2102822" y="5944026"/>
            <a:ext cx="2045412" cy="3998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999" dirty="0"/>
              <a:t>(Input Variables)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E6F678F-B9DC-D14A-AE9F-4EC2A48672D7}"/>
              </a:ext>
            </a:extLst>
          </p:cNvPr>
          <p:cNvSpPr/>
          <p:nvPr/>
        </p:nvSpPr>
        <p:spPr>
          <a:xfrm>
            <a:off x="7988340" y="2680512"/>
            <a:ext cx="406026" cy="40010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5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3129DBD-A33C-1A4B-AE6C-21CD9D001470}"/>
              </a:ext>
            </a:extLst>
          </p:cNvPr>
          <p:cNvSpPr/>
          <p:nvPr/>
        </p:nvSpPr>
        <p:spPr>
          <a:xfrm>
            <a:off x="7988340" y="3274406"/>
            <a:ext cx="406026" cy="4112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5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9FE0922-6D59-9F45-B3F2-63AB9FB4B212}"/>
              </a:ext>
            </a:extLst>
          </p:cNvPr>
          <p:cNvSpPr/>
          <p:nvPr/>
        </p:nvSpPr>
        <p:spPr>
          <a:xfrm>
            <a:off x="7988340" y="3943619"/>
            <a:ext cx="406026" cy="4112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5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32406F1-1B39-6F40-AF0D-57B2F6EF8009}"/>
              </a:ext>
            </a:extLst>
          </p:cNvPr>
          <p:cNvSpPr/>
          <p:nvPr/>
        </p:nvSpPr>
        <p:spPr>
          <a:xfrm>
            <a:off x="9107649" y="1732429"/>
            <a:ext cx="406025" cy="43494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5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AB0940F-D3D3-A74A-8C43-0EC82230E0DC}"/>
              </a:ext>
            </a:extLst>
          </p:cNvPr>
          <p:cNvSpPr/>
          <p:nvPr/>
        </p:nvSpPr>
        <p:spPr>
          <a:xfrm>
            <a:off x="9121916" y="2441913"/>
            <a:ext cx="406025" cy="43494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5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FFAAD32-ADB9-394A-BFCD-707E5C7E75CA}"/>
              </a:ext>
            </a:extLst>
          </p:cNvPr>
          <p:cNvSpPr/>
          <p:nvPr/>
        </p:nvSpPr>
        <p:spPr>
          <a:xfrm>
            <a:off x="9135406" y="3028941"/>
            <a:ext cx="406026" cy="43494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5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23537CC-C5A1-764B-91F1-1E6B2445AC7A}"/>
              </a:ext>
            </a:extLst>
          </p:cNvPr>
          <p:cNvSpPr/>
          <p:nvPr/>
        </p:nvSpPr>
        <p:spPr>
          <a:xfrm>
            <a:off x="9132726" y="3718879"/>
            <a:ext cx="406026" cy="4112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5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8FA6B80-C912-914A-9311-E7749AF24208}"/>
              </a:ext>
            </a:extLst>
          </p:cNvPr>
          <p:cNvCxnSpPr>
            <a:cxnSpLocks/>
            <a:stCxn id="16" idx="6"/>
            <a:endCxn id="19" idx="2"/>
          </p:cNvCxnSpPr>
          <p:nvPr/>
        </p:nvCxnSpPr>
        <p:spPr>
          <a:xfrm flipV="1">
            <a:off x="8394366" y="1949900"/>
            <a:ext cx="713282" cy="9306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C01691B-C4AE-D14B-96D6-A59BB40D78F4}"/>
              </a:ext>
            </a:extLst>
          </p:cNvPr>
          <p:cNvCxnSpPr>
            <a:cxnSpLocks/>
            <a:stCxn id="16" idx="6"/>
            <a:endCxn id="20" idx="2"/>
          </p:cNvCxnSpPr>
          <p:nvPr/>
        </p:nvCxnSpPr>
        <p:spPr>
          <a:xfrm flipV="1">
            <a:off x="8394367" y="2659385"/>
            <a:ext cx="727549" cy="2211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DB0B335-A510-9543-881E-42A8898F0EE1}"/>
              </a:ext>
            </a:extLst>
          </p:cNvPr>
          <p:cNvCxnSpPr>
            <a:cxnSpLocks/>
            <a:stCxn id="16" idx="6"/>
            <a:endCxn id="21" idx="2"/>
          </p:cNvCxnSpPr>
          <p:nvPr/>
        </p:nvCxnSpPr>
        <p:spPr>
          <a:xfrm>
            <a:off x="8394367" y="2880564"/>
            <a:ext cx="741040" cy="3658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D4175BA-11B8-E441-A15B-9454B64ACA84}"/>
              </a:ext>
            </a:extLst>
          </p:cNvPr>
          <p:cNvCxnSpPr>
            <a:cxnSpLocks/>
            <a:stCxn id="16" idx="6"/>
            <a:endCxn id="22" idx="2"/>
          </p:cNvCxnSpPr>
          <p:nvPr/>
        </p:nvCxnSpPr>
        <p:spPr>
          <a:xfrm>
            <a:off x="8394366" y="2880565"/>
            <a:ext cx="738360" cy="10439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8103F53-1C32-3742-9B5E-A57D2944C92D}"/>
              </a:ext>
            </a:extLst>
          </p:cNvPr>
          <p:cNvCxnSpPr>
            <a:cxnSpLocks/>
            <a:stCxn id="17" idx="6"/>
            <a:endCxn id="21" idx="2"/>
          </p:cNvCxnSpPr>
          <p:nvPr/>
        </p:nvCxnSpPr>
        <p:spPr>
          <a:xfrm flipV="1">
            <a:off x="8394367" y="3246413"/>
            <a:ext cx="741040" cy="2336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6EF72E0-E075-8F49-9875-F6AEC8F7AFF1}"/>
              </a:ext>
            </a:extLst>
          </p:cNvPr>
          <p:cNvCxnSpPr>
            <a:cxnSpLocks/>
            <a:stCxn id="17" idx="6"/>
            <a:endCxn id="22" idx="2"/>
          </p:cNvCxnSpPr>
          <p:nvPr/>
        </p:nvCxnSpPr>
        <p:spPr>
          <a:xfrm>
            <a:off x="8394366" y="3480027"/>
            <a:ext cx="738360" cy="4444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0006BD7-37BD-8040-B6DE-1F7A1AE268A3}"/>
              </a:ext>
            </a:extLst>
          </p:cNvPr>
          <p:cNvCxnSpPr>
            <a:cxnSpLocks/>
            <a:stCxn id="18" idx="6"/>
            <a:endCxn id="22" idx="2"/>
          </p:cNvCxnSpPr>
          <p:nvPr/>
        </p:nvCxnSpPr>
        <p:spPr>
          <a:xfrm flipV="1">
            <a:off x="8394366" y="3924499"/>
            <a:ext cx="738360" cy="2247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421F4A7-409C-034E-BA36-E30A0E7B8971}"/>
              </a:ext>
            </a:extLst>
          </p:cNvPr>
          <p:cNvCxnSpPr>
            <a:cxnSpLocks/>
            <a:stCxn id="18" idx="6"/>
            <a:endCxn id="21" idx="2"/>
          </p:cNvCxnSpPr>
          <p:nvPr/>
        </p:nvCxnSpPr>
        <p:spPr>
          <a:xfrm flipV="1">
            <a:off x="8394367" y="3246413"/>
            <a:ext cx="741040" cy="9028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CF0EE06-1CC7-4E4F-9E1F-BFAABAB827F9}"/>
              </a:ext>
            </a:extLst>
          </p:cNvPr>
          <p:cNvCxnSpPr>
            <a:cxnSpLocks/>
            <a:stCxn id="18" idx="6"/>
            <a:endCxn id="20" idx="2"/>
          </p:cNvCxnSpPr>
          <p:nvPr/>
        </p:nvCxnSpPr>
        <p:spPr>
          <a:xfrm flipV="1">
            <a:off x="8394367" y="2659385"/>
            <a:ext cx="727549" cy="14898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42C521F-3178-8E4A-B24E-910A31308B3F}"/>
              </a:ext>
            </a:extLst>
          </p:cNvPr>
          <p:cNvCxnSpPr>
            <a:cxnSpLocks/>
            <a:stCxn id="18" idx="6"/>
            <a:endCxn id="19" idx="2"/>
          </p:cNvCxnSpPr>
          <p:nvPr/>
        </p:nvCxnSpPr>
        <p:spPr>
          <a:xfrm flipV="1">
            <a:off x="8394366" y="1949901"/>
            <a:ext cx="713282" cy="21993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B074ABE-30E8-FC4F-93B6-EF11EC6C81ED}"/>
              </a:ext>
            </a:extLst>
          </p:cNvPr>
          <p:cNvCxnSpPr>
            <a:cxnSpLocks/>
            <a:stCxn id="17" idx="6"/>
            <a:endCxn id="19" idx="2"/>
          </p:cNvCxnSpPr>
          <p:nvPr/>
        </p:nvCxnSpPr>
        <p:spPr>
          <a:xfrm flipV="1">
            <a:off x="8394366" y="1949901"/>
            <a:ext cx="713282" cy="15301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55D4B42E-C772-4B4C-B656-44FABC802304}"/>
              </a:ext>
            </a:extLst>
          </p:cNvPr>
          <p:cNvSpPr/>
          <p:nvPr/>
        </p:nvSpPr>
        <p:spPr>
          <a:xfrm>
            <a:off x="10057370" y="2758683"/>
            <a:ext cx="406026" cy="411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5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AA6CF77-8D29-1A43-A489-2D2AF13A6AC3}"/>
              </a:ext>
            </a:extLst>
          </p:cNvPr>
          <p:cNvCxnSpPr>
            <a:cxnSpLocks/>
            <a:stCxn id="19" idx="6"/>
            <a:endCxn id="34" idx="2"/>
          </p:cNvCxnSpPr>
          <p:nvPr/>
        </p:nvCxnSpPr>
        <p:spPr>
          <a:xfrm>
            <a:off x="9513674" y="1949901"/>
            <a:ext cx="543696" cy="10144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7A2ADEA-6824-5248-8A1A-913BB50743EB}"/>
              </a:ext>
            </a:extLst>
          </p:cNvPr>
          <p:cNvCxnSpPr>
            <a:cxnSpLocks/>
            <a:stCxn id="20" idx="6"/>
            <a:endCxn id="34" idx="2"/>
          </p:cNvCxnSpPr>
          <p:nvPr/>
        </p:nvCxnSpPr>
        <p:spPr>
          <a:xfrm>
            <a:off x="9527941" y="2659385"/>
            <a:ext cx="529429" cy="3049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D52F2A6-1FC3-1A45-A166-AC4FB08AB2C8}"/>
              </a:ext>
            </a:extLst>
          </p:cNvPr>
          <p:cNvCxnSpPr>
            <a:cxnSpLocks/>
            <a:stCxn id="21" idx="6"/>
            <a:endCxn id="34" idx="2"/>
          </p:cNvCxnSpPr>
          <p:nvPr/>
        </p:nvCxnSpPr>
        <p:spPr>
          <a:xfrm flipV="1">
            <a:off x="9541432" y="2964304"/>
            <a:ext cx="515938" cy="2821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2BB65FF-8C4F-9241-A435-3DB168BF9D86}"/>
              </a:ext>
            </a:extLst>
          </p:cNvPr>
          <p:cNvCxnSpPr>
            <a:cxnSpLocks/>
            <a:stCxn id="22" idx="6"/>
            <a:endCxn id="34" idx="2"/>
          </p:cNvCxnSpPr>
          <p:nvPr/>
        </p:nvCxnSpPr>
        <p:spPr>
          <a:xfrm flipV="1">
            <a:off x="9538752" y="2964303"/>
            <a:ext cx="518618" cy="9601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E5F798CD-AECF-0E4B-89EB-D7D4078E85B8}"/>
              </a:ext>
            </a:extLst>
          </p:cNvPr>
          <p:cNvSpPr/>
          <p:nvPr/>
        </p:nvSpPr>
        <p:spPr>
          <a:xfrm>
            <a:off x="7991193" y="1983462"/>
            <a:ext cx="406026" cy="40010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5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B812ED1-6D2A-7C4A-A3D2-B8C1A160E376}"/>
              </a:ext>
            </a:extLst>
          </p:cNvPr>
          <p:cNvCxnSpPr>
            <a:cxnSpLocks/>
            <a:stCxn id="39" idx="6"/>
            <a:endCxn id="19" idx="2"/>
          </p:cNvCxnSpPr>
          <p:nvPr/>
        </p:nvCxnSpPr>
        <p:spPr>
          <a:xfrm flipV="1">
            <a:off x="8397219" y="1949901"/>
            <a:ext cx="710429" cy="2336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2DD7771-156D-034F-A223-A66DE8412D86}"/>
              </a:ext>
            </a:extLst>
          </p:cNvPr>
          <p:cNvCxnSpPr>
            <a:cxnSpLocks/>
            <a:stCxn id="39" idx="6"/>
            <a:endCxn id="20" idx="2"/>
          </p:cNvCxnSpPr>
          <p:nvPr/>
        </p:nvCxnSpPr>
        <p:spPr>
          <a:xfrm>
            <a:off x="8397220" y="2183514"/>
            <a:ext cx="724696" cy="4758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C6FC143-306A-164D-8416-6CFABE5E8CA2}"/>
              </a:ext>
            </a:extLst>
          </p:cNvPr>
          <p:cNvCxnSpPr>
            <a:cxnSpLocks/>
            <a:stCxn id="39" idx="6"/>
            <a:endCxn id="21" idx="2"/>
          </p:cNvCxnSpPr>
          <p:nvPr/>
        </p:nvCxnSpPr>
        <p:spPr>
          <a:xfrm>
            <a:off x="8397220" y="2183514"/>
            <a:ext cx="738187" cy="10628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72A5CC2-F948-5640-9307-E14BB96E074A}"/>
              </a:ext>
            </a:extLst>
          </p:cNvPr>
          <p:cNvCxnSpPr>
            <a:cxnSpLocks/>
            <a:stCxn id="39" idx="6"/>
            <a:endCxn id="22" idx="2"/>
          </p:cNvCxnSpPr>
          <p:nvPr/>
        </p:nvCxnSpPr>
        <p:spPr>
          <a:xfrm>
            <a:off x="8397220" y="2183514"/>
            <a:ext cx="735506" cy="17409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17980F7-D0CC-E942-8701-90E7184F23BD}"/>
              </a:ext>
            </a:extLst>
          </p:cNvPr>
          <p:cNvCxnSpPr>
            <a:cxnSpLocks/>
            <a:stCxn id="34" idx="6"/>
          </p:cNvCxnSpPr>
          <p:nvPr/>
        </p:nvCxnSpPr>
        <p:spPr>
          <a:xfrm>
            <a:off x="10463396" y="2964303"/>
            <a:ext cx="40602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DBD260D-2493-A642-B063-D559283E347F}"/>
              </a:ext>
            </a:extLst>
          </p:cNvPr>
          <p:cNvGrpSpPr/>
          <p:nvPr/>
        </p:nvGrpSpPr>
        <p:grpSpPr>
          <a:xfrm>
            <a:off x="11103010" y="2698436"/>
            <a:ext cx="324044" cy="525886"/>
            <a:chOff x="10048991" y="2196648"/>
            <a:chExt cx="324128" cy="526023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68364BC-2162-FA44-B45A-0D4F9EB455D1}"/>
                </a:ext>
              </a:extLst>
            </p:cNvPr>
            <p:cNvSpPr/>
            <p:nvPr/>
          </p:nvSpPr>
          <p:spPr>
            <a:xfrm>
              <a:off x="10048991" y="2297170"/>
              <a:ext cx="324128" cy="42550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165" dirty="0"/>
                <a:t>y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8416E14-79C0-B44A-9848-BD6153657C91}"/>
                </a:ext>
              </a:extLst>
            </p:cNvPr>
            <p:cNvSpPr/>
            <p:nvPr/>
          </p:nvSpPr>
          <p:spPr>
            <a:xfrm>
              <a:off x="10048991" y="2196648"/>
              <a:ext cx="314510" cy="42550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165" dirty="0"/>
                <a:t>^</a:t>
              </a:r>
            </a:p>
          </p:txBody>
        </p:sp>
      </p:grpSp>
      <p:sp>
        <p:nvSpPr>
          <p:cNvPr id="48" name="Oval 47">
            <a:extLst>
              <a:ext uri="{FF2B5EF4-FFF2-40B4-BE49-F238E27FC236}">
                <a16:creationId xmlns:a16="http://schemas.microsoft.com/office/drawing/2014/main" id="{90DD0C03-0441-654D-9AAF-3D486644C7B9}"/>
              </a:ext>
            </a:extLst>
          </p:cNvPr>
          <p:cNvSpPr/>
          <p:nvPr/>
        </p:nvSpPr>
        <p:spPr>
          <a:xfrm>
            <a:off x="7989710" y="1334858"/>
            <a:ext cx="406026" cy="40010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5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2933F87-D427-814A-9378-43E21BDDF11B}"/>
              </a:ext>
            </a:extLst>
          </p:cNvPr>
          <p:cNvCxnSpPr>
            <a:cxnSpLocks/>
            <a:stCxn id="48" idx="6"/>
            <a:endCxn id="19" idx="2"/>
          </p:cNvCxnSpPr>
          <p:nvPr/>
        </p:nvCxnSpPr>
        <p:spPr>
          <a:xfrm>
            <a:off x="8395735" y="1534910"/>
            <a:ext cx="711913" cy="4149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0C9A23D-70A9-9B4A-B607-DD68B6D4A717}"/>
              </a:ext>
            </a:extLst>
          </p:cNvPr>
          <p:cNvCxnSpPr>
            <a:cxnSpLocks/>
            <a:stCxn id="48" idx="6"/>
            <a:endCxn id="20" idx="2"/>
          </p:cNvCxnSpPr>
          <p:nvPr/>
        </p:nvCxnSpPr>
        <p:spPr>
          <a:xfrm>
            <a:off x="8395736" y="1534910"/>
            <a:ext cx="726180" cy="11244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2A56085-46A4-2A4B-A4FE-645748032D21}"/>
              </a:ext>
            </a:extLst>
          </p:cNvPr>
          <p:cNvCxnSpPr>
            <a:cxnSpLocks/>
            <a:stCxn id="48" idx="6"/>
            <a:endCxn id="21" idx="2"/>
          </p:cNvCxnSpPr>
          <p:nvPr/>
        </p:nvCxnSpPr>
        <p:spPr>
          <a:xfrm>
            <a:off x="8395736" y="1534910"/>
            <a:ext cx="739670" cy="17115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5665CC4-AD54-F84E-BBA9-3840D902022D}"/>
              </a:ext>
            </a:extLst>
          </p:cNvPr>
          <p:cNvCxnSpPr>
            <a:cxnSpLocks/>
            <a:stCxn id="48" idx="6"/>
            <a:endCxn id="22" idx="2"/>
          </p:cNvCxnSpPr>
          <p:nvPr/>
        </p:nvCxnSpPr>
        <p:spPr>
          <a:xfrm>
            <a:off x="8395736" y="1534909"/>
            <a:ext cx="736990" cy="23895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47C4674-1DE9-C04B-89F8-B7AD0C7BD344}"/>
              </a:ext>
            </a:extLst>
          </p:cNvPr>
          <p:cNvGrpSpPr/>
          <p:nvPr/>
        </p:nvGrpSpPr>
        <p:grpSpPr>
          <a:xfrm>
            <a:off x="4328738" y="3150779"/>
            <a:ext cx="1666114" cy="1325218"/>
            <a:chOff x="4311232" y="2948597"/>
            <a:chExt cx="1666114" cy="1325218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A2C9C98-6138-EB45-AD40-364ABBB01F3F}"/>
                </a:ext>
              </a:extLst>
            </p:cNvPr>
            <p:cNvSpPr/>
            <p:nvPr/>
          </p:nvSpPr>
          <p:spPr>
            <a:xfrm>
              <a:off x="4330818" y="2948597"/>
              <a:ext cx="1594031" cy="1325218"/>
            </a:xfrm>
            <a:prstGeom prst="rect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65" dirty="0"/>
                <a:t>s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04E74DD-81AB-7241-BF36-D5E6F90A0711}"/>
                </a:ext>
              </a:extLst>
            </p:cNvPr>
            <p:cNvSpPr/>
            <p:nvPr/>
          </p:nvSpPr>
          <p:spPr>
            <a:xfrm>
              <a:off x="4311232" y="3010179"/>
              <a:ext cx="1666114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chemeClr val="accent1">
                      <a:lumMod val="75000"/>
                    </a:schemeClr>
                  </a:solidFill>
                </a:rPr>
                <a:t>e211, e212, e213, …</a:t>
              </a:r>
            </a:p>
            <a:p>
              <a:r>
                <a:rPr lang="en-US" sz="1200" dirty="0">
                  <a:solidFill>
                    <a:schemeClr val="accent1">
                      <a:lumMod val="75000"/>
                    </a:schemeClr>
                  </a:solidFill>
                </a:rPr>
                <a:t>e221, e222, e223, …</a:t>
              </a:r>
            </a:p>
            <a:p>
              <a:r>
                <a:rPr lang="en-US" sz="1200" dirty="0">
                  <a:solidFill>
                    <a:schemeClr val="accent1">
                      <a:lumMod val="75000"/>
                    </a:schemeClr>
                  </a:solidFill>
                </a:rPr>
                <a:t>…</a:t>
              </a:r>
            </a:p>
            <a:p>
              <a:endParaRPr lang="en-US" sz="1200" dirty="0">
                <a:solidFill>
                  <a:schemeClr val="accent1">
                    <a:lumMod val="75000"/>
                  </a:schemeClr>
                </a:solidFill>
              </a:endParaRPr>
            </a:p>
            <a:p>
              <a:r>
                <a:rPr lang="en-US" sz="1200" dirty="0">
                  <a:solidFill>
                    <a:schemeClr val="accent1">
                      <a:lumMod val="75000"/>
                    </a:schemeClr>
                  </a:solidFill>
                </a:rPr>
                <a:t>e2n1, e2n2, e2n3 …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F3E955D-2C00-5A43-8AE7-71CB09BE2388}"/>
              </a:ext>
            </a:extLst>
          </p:cNvPr>
          <p:cNvGrpSpPr/>
          <p:nvPr/>
        </p:nvGrpSpPr>
        <p:grpSpPr>
          <a:xfrm>
            <a:off x="4669300" y="4872310"/>
            <a:ext cx="417171" cy="509772"/>
            <a:chOff x="5484483" y="5034333"/>
            <a:chExt cx="417171" cy="509772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DDB05B3B-A9C6-9C45-9200-13E0992A01E2}"/>
                </a:ext>
              </a:extLst>
            </p:cNvPr>
            <p:cNvSpPr/>
            <p:nvPr/>
          </p:nvSpPr>
          <p:spPr>
            <a:xfrm>
              <a:off x="5514615" y="5034333"/>
              <a:ext cx="387039" cy="509772"/>
            </a:xfrm>
            <a:prstGeom prst="rect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65" dirty="0"/>
                <a:t>s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586F8A7F-3B5F-D447-B2C3-1A0B869A523D}"/>
                </a:ext>
              </a:extLst>
            </p:cNvPr>
            <p:cNvSpPr/>
            <p:nvPr/>
          </p:nvSpPr>
          <p:spPr>
            <a:xfrm>
              <a:off x="5484483" y="5095419"/>
              <a:ext cx="38824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solidFill>
                    <a:schemeClr val="accent1">
                      <a:lumMod val="75000"/>
                    </a:schemeClr>
                  </a:solidFill>
                </a:rPr>
                <a:t>eij</a:t>
              </a:r>
              <a:endParaRPr lang="en-US" sz="1600" dirty="0"/>
            </a:p>
          </p:txBody>
        </p:sp>
      </p:grpSp>
      <p:sp>
        <p:nvSpPr>
          <p:cNvPr id="59" name="Rectangle 58">
            <a:extLst>
              <a:ext uri="{FF2B5EF4-FFF2-40B4-BE49-F238E27FC236}">
                <a16:creationId xmlns:a16="http://schemas.microsoft.com/office/drawing/2014/main" id="{1CBFAB86-DCE2-E04B-B70F-37F0775F818A}"/>
              </a:ext>
            </a:extLst>
          </p:cNvPr>
          <p:cNvSpPr/>
          <p:nvPr/>
        </p:nvSpPr>
        <p:spPr>
          <a:xfrm>
            <a:off x="7842571" y="5974710"/>
            <a:ext cx="2905808" cy="3998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999" dirty="0"/>
              <a:t>(Fully connected layers)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B5BD971-B16B-804E-A272-FBC5DB5E0682}"/>
              </a:ext>
            </a:extLst>
          </p:cNvPr>
          <p:cNvSpPr/>
          <p:nvPr/>
        </p:nvSpPr>
        <p:spPr>
          <a:xfrm>
            <a:off x="6158045" y="3292093"/>
            <a:ext cx="173637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e2:[ e2i1, e2i2, … ] 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567A44D-C9F0-2247-ACA2-F97A272C7576}"/>
              </a:ext>
            </a:extLst>
          </p:cNvPr>
          <p:cNvSpPr/>
          <p:nvPr/>
        </p:nvSpPr>
        <p:spPr>
          <a:xfrm>
            <a:off x="5499204" y="4913222"/>
            <a:ext cx="16914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eK:[ ei1, ei2, ei3, … ] 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1825AC7-AA9C-5749-86CC-A290293814D7}"/>
              </a:ext>
            </a:extLst>
          </p:cNvPr>
          <p:cNvCxnSpPr>
            <a:cxnSpLocks/>
          </p:cNvCxnSpPr>
          <p:nvPr/>
        </p:nvCxnSpPr>
        <p:spPr>
          <a:xfrm flipV="1">
            <a:off x="1411070" y="3292093"/>
            <a:ext cx="1809770" cy="1129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6763289E-4B87-DD43-9D88-67A8D7B2E441}"/>
              </a:ext>
            </a:extLst>
          </p:cNvPr>
          <p:cNvSpPr/>
          <p:nvPr/>
        </p:nvSpPr>
        <p:spPr>
          <a:xfrm>
            <a:off x="4609925" y="5965269"/>
            <a:ext cx="2492341" cy="3998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999" dirty="0"/>
              <a:t>(Embeddings Layer)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1FB51EA-EAC7-EE47-BA03-301E014D607B}"/>
              </a:ext>
            </a:extLst>
          </p:cNvPr>
          <p:cNvGrpSpPr/>
          <p:nvPr/>
        </p:nvGrpSpPr>
        <p:grpSpPr>
          <a:xfrm>
            <a:off x="4328795" y="1334858"/>
            <a:ext cx="1666114" cy="1325218"/>
            <a:chOff x="4311232" y="2948597"/>
            <a:chExt cx="1666114" cy="1325218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F5C6A949-9F2B-9541-BEA0-C73BB22F880B}"/>
                </a:ext>
              </a:extLst>
            </p:cNvPr>
            <p:cNvSpPr/>
            <p:nvPr/>
          </p:nvSpPr>
          <p:spPr>
            <a:xfrm>
              <a:off x="4330818" y="2948597"/>
              <a:ext cx="1594031" cy="1325218"/>
            </a:xfrm>
            <a:prstGeom prst="rect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65" dirty="0"/>
                <a:t>s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25FA1D18-31C1-DA4B-BCFD-F107ABA39E18}"/>
                </a:ext>
              </a:extLst>
            </p:cNvPr>
            <p:cNvSpPr/>
            <p:nvPr/>
          </p:nvSpPr>
          <p:spPr>
            <a:xfrm>
              <a:off x="4311232" y="3010179"/>
              <a:ext cx="1666114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chemeClr val="accent1">
                      <a:lumMod val="75000"/>
                    </a:schemeClr>
                  </a:solidFill>
                </a:rPr>
                <a:t>e111, e112, e113, …</a:t>
              </a:r>
            </a:p>
            <a:p>
              <a:r>
                <a:rPr lang="en-US" sz="1200" dirty="0">
                  <a:solidFill>
                    <a:schemeClr val="accent1">
                      <a:lumMod val="75000"/>
                    </a:schemeClr>
                  </a:solidFill>
                </a:rPr>
                <a:t>e121, e122, e123, …</a:t>
              </a:r>
            </a:p>
            <a:p>
              <a:r>
                <a:rPr lang="en-US" sz="1200" dirty="0">
                  <a:solidFill>
                    <a:schemeClr val="accent1">
                      <a:lumMod val="75000"/>
                    </a:schemeClr>
                  </a:solidFill>
                </a:rPr>
                <a:t>…</a:t>
              </a:r>
            </a:p>
            <a:p>
              <a:endParaRPr lang="en-US" sz="1200" dirty="0">
                <a:solidFill>
                  <a:schemeClr val="accent1">
                    <a:lumMod val="75000"/>
                  </a:schemeClr>
                </a:solidFill>
              </a:endParaRPr>
            </a:p>
            <a:p>
              <a:r>
                <a:rPr lang="en-US" sz="1200" dirty="0">
                  <a:solidFill>
                    <a:schemeClr val="accent1">
                      <a:lumMod val="75000"/>
                    </a:schemeClr>
                  </a:solidFill>
                </a:rPr>
                <a:t>e1K1, e1K2, e1K3 …</a:t>
              </a:r>
            </a:p>
          </p:txBody>
        </p:sp>
      </p:grp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0CC8DC4B-E303-F349-B462-10302F81526C}"/>
              </a:ext>
            </a:extLst>
          </p:cNvPr>
          <p:cNvCxnSpPr>
            <a:cxnSpLocks/>
          </p:cNvCxnSpPr>
          <p:nvPr/>
        </p:nvCxnSpPr>
        <p:spPr>
          <a:xfrm>
            <a:off x="4264571" y="5146091"/>
            <a:ext cx="34535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009DAAE-194F-D84A-A195-9ADA972EEA72}"/>
              </a:ext>
            </a:extLst>
          </p:cNvPr>
          <p:cNvCxnSpPr>
            <a:cxnSpLocks/>
          </p:cNvCxnSpPr>
          <p:nvPr/>
        </p:nvCxnSpPr>
        <p:spPr>
          <a:xfrm>
            <a:off x="3953013" y="1903415"/>
            <a:ext cx="34535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5C04B00-2EC4-7C43-B94B-5A780C1C3A8B}"/>
              </a:ext>
            </a:extLst>
          </p:cNvPr>
          <p:cNvCxnSpPr>
            <a:cxnSpLocks/>
          </p:cNvCxnSpPr>
          <p:nvPr/>
        </p:nvCxnSpPr>
        <p:spPr>
          <a:xfrm>
            <a:off x="5971318" y="2223720"/>
            <a:ext cx="33138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393588E0-9A67-E141-96C4-8862C7E372DE}"/>
              </a:ext>
            </a:extLst>
          </p:cNvPr>
          <p:cNvSpPr/>
          <p:nvPr/>
        </p:nvSpPr>
        <p:spPr>
          <a:xfrm>
            <a:off x="6174961" y="1851457"/>
            <a:ext cx="173637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e2:[ e1i1, e1i2, … ] 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58605EF-D449-3348-A6A0-134FFDA34DD4}"/>
              </a:ext>
            </a:extLst>
          </p:cNvPr>
          <p:cNvSpPr/>
          <p:nvPr/>
        </p:nvSpPr>
        <p:spPr>
          <a:xfrm>
            <a:off x="8243613" y="4602685"/>
            <a:ext cx="135306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Hidden Layers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3F601425-E6C8-A14B-B600-11B8B3998876}"/>
              </a:ext>
            </a:extLst>
          </p:cNvPr>
          <p:cNvCxnSpPr>
            <a:cxnSpLocks/>
          </p:cNvCxnSpPr>
          <p:nvPr/>
        </p:nvCxnSpPr>
        <p:spPr>
          <a:xfrm>
            <a:off x="8125620" y="4515087"/>
            <a:ext cx="1659902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14B082C7-0079-BC43-A180-FD8D68DA951D}"/>
              </a:ext>
            </a:extLst>
          </p:cNvPr>
          <p:cNvSpPr/>
          <p:nvPr/>
        </p:nvSpPr>
        <p:spPr>
          <a:xfrm>
            <a:off x="10041380" y="3276802"/>
            <a:ext cx="137605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Output Layer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3E2AFFA-B34F-2041-AF83-CA226B19D1C1}"/>
              </a:ext>
            </a:extLst>
          </p:cNvPr>
          <p:cNvSpPr/>
          <p:nvPr/>
        </p:nvSpPr>
        <p:spPr>
          <a:xfrm>
            <a:off x="4913919" y="1005364"/>
            <a:ext cx="3690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K1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D0F251E-A144-EC44-9C77-E8A3A014FF77}"/>
              </a:ext>
            </a:extLst>
          </p:cNvPr>
          <p:cNvSpPr/>
          <p:nvPr/>
        </p:nvSpPr>
        <p:spPr>
          <a:xfrm>
            <a:off x="4934025" y="2873793"/>
            <a:ext cx="3690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K2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B6CE456-6731-374E-8290-54E7C0FDAED3}"/>
              </a:ext>
            </a:extLst>
          </p:cNvPr>
          <p:cNvSpPr/>
          <p:nvPr/>
        </p:nvSpPr>
        <p:spPr>
          <a:xfrm>
            <a:off x="4710978" y="4577733"/>
            <a:ext cx="4347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KD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9B94B7B-D54D-9249-883F-072203CA4D23}"/>
              </a:ext>
            </a:extLst>
          </p:cNvPr>
          <p:cNvSpPr/>
          <p:nvPr/>
        </p:nvSpPr>
        <p:spPr>
          <a:xfrm>
            <a:off x="8243613" y="4859559"/>
            <a:ext cx="61144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RELU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5AF807E-4BC4-D04A-95A4-11C98138E049}"/>
              </a:ext>
            </a:extLst>
          </p:cNvPr>
          <p:cNvSpPr/>
          <p:nvPr/>
        </p:nvSpPr>
        <p:spPr>
          <a:xfrm>
            <a:off x="9998011" y="3562678"/>
            <a:ext cx="8483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Sigmoid</a:t>
            </a:r>
          </a:p>
        </p:txBody>
      </p:sp>
    </p:spTree>
    <p:extLst>
      <p:ext uri="{BB962C8B-B14F-4D97-AF65-F5344CB8AC3E}">
        <p14:creationId xmlns:p14="http://schemas.microsoft.com/office/powerpoint/2010/main" val="2542248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F2FBE66-9012-034B-92B1-CCD9B2954BFB}"/>
              </a:ext>
            </a:extLst>
          </p:cNvPr>
          <p:cNvSpPr/>
          <p:nvPr/>
        </p:nvSpPr>
        <p:spPr>
          <a:xfrm>
            <a:off x="1415077" y="2778483"/>
            <a:ext cx="19218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/>
              <a:t>X = (U, I, D, …  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FCA701-5618-604E-80F6-174720BF8EFC}"/>
              </a:ext>
            </a:extLst>
          </p:cNvPr>
          <p:cNvSpPr/>
          <p:nvPr/>
        </p:nvSpPr>
        <p:spPr>
          <a:xfrm>
            <a:off x="3409218" y="1767110"/>
            <a:ext cx="369012" cy="3999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999" dirty="0"/>
              <a:t>U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B8B263-E0A5-8D49-B951-C9AA2E112788}"/>
              </a:ext>
            </a:extLst>
          </p:cNvPr>
          <p:cNvSpPr/>
          <p:nvPr/>
        </p:nvSpPr>
        <p:spPr>
          <a:xfrm>
            <a:off x="3456872" y="2966777"/>
            <a:ext cx="255198" cy="3999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999" dirty="0"/>
              <a:t>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4A0406-D0F3-CD47-B3F6-57874B4E977A}"/>
              </a:ext>
            </a:extLst>
          </p:cNvPr>
          <p:cNvSpPr/>
          <p:nvPr/>
        </p:nvSpPr>
        <p:spPr>
          <a:xfrm>
            <a:off x="3400268" y="4037325"/>
            <a:ext cx="69398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D427D0-7884-274A-B722-1AD535D98567}"/>
              </a:ext>
            </a:extLst>
          </p:cNvPr>
          <p:cNvSpPr/>
          <p:nvPr/>
        </p:nvSpPr>
        <p:spPr>
          <a:xfrm>
            <a:off x="4280253" y="4673330"/>
            <a:ext cx="269556" cy="51487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980"/>
              </a:lnSpc>
            </a:pPr>
            <a:r>
              <a:rPr lang="en-US" sz="2399" dirty="0"/>
              <a:t>.</a:t>
            </a:r>
          </a:p>
          <a:p>
            <a:pPr>
              <a:lnSpc>
                <a:spcPts val="980"/>
              </a:lnSpc>
            </a:pPr>
            <a:r>
              <a:rPr lang="en-US" sz="2399" dirty="0"/>
              <a:t>.</a:t>
            </a:r>
          </a:p>
          <a:p>
            <a:pPr>
              <a:lnSpc>
                <a:spcPts val="980"/>
              </a:lnSpc>
            </a:pPr>
            <a:r>
              <a:rPr lang="en-US" sz="2399" dirty="0"/>
              <a:t>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E6F678F-B9DC-D14A-AE9F-4EC2A48672D7}"/>
              </a:ext>
            </a:extLst>
          </p:cNvPr>
          <p:cNvSpPr/>
          <p:nvPr/>
        </p:nvSpPr>
        <p:spPr>
          <a:xfrm>
            <a:off x="6173686" y="2877663"/>
            <a:ext cx="406026" cy="40010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5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3129DBD-A33C-1A4B-AE6C-21CD9D001470}"/>
              </a:ext>
            </a:extLst>
          </p:cNvPr>
          <p:cNvSpPr/>
          <p:nvPr/>
        </p:nvSpPr>
        <p:spPr>
          <a:xfrm>
            <a:off x="6173686" y="3471557"/>
            <a:ext cx="406026" cy="4112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5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9FE0922-6D59-9F45-B3F2-63AB9FB4B212}"/>
              </a:ext>
            </a:extLst>
          </p:cNvPr>
          <p:cNvSpPr/>
          <p:nvPr/>
        </p:nvSpPr>
        <p:spPr>
          <a:xfrm>
            <a:off x="6173686" y="4140770"/>
            <a:ext cx="406026" cy="4112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5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32406F1-1B39-6F40-AF0D-57B2F6EF8009}"/>
              </a:ext>
            </a:extLst>
          </p:cNvPr>
          <p:cNvSpPr/>
          <p:nvPr/>
        </p:nvSpPr>
        <p:spPr>
          <a:xfrm>
            <a:off x="7292995" y="1929580"/>
            <a:ext cx="406025" cy="43494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5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AB0940F-D3D3-A74A-8C43-0EC82230E0DC}"/>
              </a:ext>
            </a:extLst>
          </p:cNvPr>
          <p:cNvSpPr/>
          <p:nvPr/>
        </p:nvSpPr>
        <p:spPr>
          <a:xfrm>
            <a:off x="7307262" y="2639064"/>
            <a:ext cx="406025" cy="43494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5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FFAAD32-ADB9-394A-BFCD-707E5C7E75CA}"/>
              </a:ext>
            </a:extLst>
          </p:cNvPr>
          <p:cNvSpPr/>
          <p:nvPr/>
        </p:nvSpPr>
        <p:spPr>
          <a:xfrm>
            <a:off x="7320752" y="3226092"/>
            <a:ext cx="406026" cy="43494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5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23537CC-C5A1-764B-91F1-1E6B2445AC7A}"/>
              </a:ext>
            </a:extLst>
          </p:cNvPr>
          <p:cNvSpPr/>
          <p:nvPr/>
        </p:nvSpPr>
        <p:spPr>
          <a:xfrm>
            <a:off x="7318072" y="3916030"/>
            <a:ext cx="406026" cy="4112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5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8FA6B80-C912-914A-9311-E7749AF24208}"/>
              </a:ext>
            </a:extLst>
          </p:cNvPr>
          <p:cNvCxnSpPr>
            <a:cxnSpLocks/>
            <a:stCxn id="16" idx="6"/>
            <a:endCxn id="19" idx="2"/>
          </p:cNvCxnSpPr>
          <p:nvPr/>
        </p:nvCxnSpPr>
        <p:spPr>
          <a:xfrm flipV="1">
            <a:off x="6579712" y="2147051"/>
            <a:ext cx="713282" cy="9306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C01691B-C4AE-D14B-96D6-A59BB40D78F4}"/>
              </a:ext>
            </a:extLst>
          </p:cNvPr>
          <p:cNvCxnSpPr>
            <a:cxnSpLocks/>
            <a:stCxn id="16" idx="6"/>
            <a:endCxn id="20" idx="2"/>
          </p:cNvCxnSpPr>
          <p:nvPr/>
        </p:nvCxnSpPr>
        <p:spPr>
          <a:xfrm flipV="1">
            <a:off x="6579713" y="2856536"/>
            <a:ext cx="727549" cy="2211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DB0B335-A510-9543-881E-42A8898F0EE1}"/>
              </a:ext>
            </a:extLst>
          </p:cNvPr>
          <p:cNvCxnSpPr>
            <a:cxnSpLocks/>
            <a:stCxn id="16" idx="6"/>
            <a:endCxn id="21" idx="2"/>
          </p:cNvCxnSpPr>
          <p:nvPr/>
        </p:nvCxnSpPr>
        <p:spPr>
          <a:xfrm>
            <a:off x="6579713" y="3077715"/>
            <a:ext cx="741040" cy="3658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D4175BA-11B8-E441-A15B-9454B64ACA84}"/>
              </a:ext>
            </a:extLst>
          </p:cNvPr>
          <p:cNvCxnSpPr>
            <a:cxnSpLocks/>
            <a:stCxn id="16" idx="6"/>
            <a:endCxn id="22" idx="2"/>
          </p:cNvCxnSpPr>
          <p:nvPr/>
        </p:nvCxnSpPr>
        <p:spPr>
          <a:xfrm>
            <a:off x="6579712" y="3077716"/>
            <a:ext cx="738360" cy="10439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8103F53-1C32-3742-9B5E-A57D2944C92D}"/>
              </a:ext>
            </a:extLst>
          </p:cNvPr>
          <p:cNvCxnSpPr>
            <a:cxnSpLocks/>
            <a:stCxn id="17" idx="6"/>
            <a:endCxn id="21" idx="2"/>
          </p:cNvCxnSpPr>
          <p:nvPr/>
        </p:nvCxnSpPr>
        <p:spPr>
          <a:xfrm flipV="1">
            <a:off x="6579713" y="3443564"/>
            <a:ext cx="741040" cy="2336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6EF72E0-E075-8F49-9875-F6AEC8F7AFF1}"/>
              </a:ext>
            </a:extLst>
          </p:cNvPr>
          <p:cNvCxnSpPr>
            <a:cxnSpLocks/>
            <a:stCxn id="17" idx="6"/>
            <a:endCxn id="22" idx="2"/>
          </p:cNvCxnSpPr>
          <p:nvPr/>
        </p:nvCxnSpPr>
        <p:spPr>
          <a:xfrm>
            <a:off x="6579712" y="3677178"/>
            <a:ext cx="738360" cy="4444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0006BD7-37BD-8040-B6DE-1F7A1AE268A3}"/>
              </a:ext>
            </a:extLst>
          </p:cNvPr>
          <p:cNvCxnSpPr>
            <a:cxnSpLocks/>
            <a:stCxn id="18" idx="6"/>
            <a:endCxn id="22" idx="2"/>
          </p:cNvCxnSpPr>
          <p:nvPr/>
        </p:nvCxnSpPr>
        <p:spPr>
          <a:xfrm flipV="1">
            <a:off x="6579712" y="4121650"/>
            <a:ext cx="738360" cy="2247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421F4A7-409C-034E-BA36-E30A0E7B8971}"/>
              </a:ext>
            </a:extLst>
          </p:cNvPr>
          <p:cNvCxnSpPr>
            <a:cxnSpLocks/>
            <a:stCxn id="18" idx="6"/>
            <a:endCxn id="21" idx="2"/>
          </p:cNvCxnSpPr>
          <p:nvPr/>
        </p:nvCxnSpPr>
        <p:spPr>
          <a:xfrm flipV="1">
            <a:off x="6579713" y="3443564"/>
            <a:ext cx="741040" cy="9028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CF0EE06-1CC7-4E4F-9E1F-BFAABAB827F9}"/>
              </a:ext>
            </a:extLst>
          </p:cNvPr>
          <p:cNvCxnSpPr>
            <a:cxnSpLocks/>
            <a:stCxn id="18" idx="6"/>
            <a:endCxn id="20" idx="2"/>
          </p:cNvCxnSpPr>
          <p:nvPr/>
        </p:nvCxnSpPr>
        <p:spPr>
          <a:xfrm flipV="1">
            <a:off x="6579713" y="2856536"/>
            <a:ext cx="727549" cy="14898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42C521F-3178-8E4A-B24E-910A31308B3F}"/>
              </a:ext>
            </a:extLst>
          </p:cNvPr>
          <p:cNvCxnSpPr>
            <a:cxnSpLocks/>
            <a:stCxn id="18" idx="6"/>
            <a:endCxn id="19" idx="2"/>
          </p:cNvCxnSpPr>
          <p:nvPr/>
        </p:nvCxnSpPr>
        <p:spPr>
          <a:xfrm flipV="1">
            <a:off x="6579712" y="2147052"/>
            <a:ext cx="713282" cy="21993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B074ABE-30E8-FC4F-93B6-EF11EC6C81ED}"/>
              </a:ext>
            </a:extLst>
          </p:cNvPr>
          <p:cNvCxnSpPr>
            <a:cxnSpLocks/>
            <a:stCxn id="17" idx="6"/>
            <a:endCxn id="19" idx="2"/>
          </p:cNvCxnSpPr>
          <p:nvPr/>
        </p:nvCxnSpPr>
        <p:spPr>
          <a:xfrm flipV="1">
            <a:off x="6579712" y="2147052"/>
            <a:ext cx="713282" cy="15301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55D4B42E-C772-4B4C-B656-44FABC802304}"/>
              </a:ext>
            </a:extLst>
          </p:cNvPr>
          <p:cNvSpPr/>
          <p:nvPr/>
        </p:nvSpPr>
        <p:spPr>
          <a:xfrm>
            <a:off x="8242716" y="2955834"/>
            <a:ext cx="406026" cy="411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5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AA6CF77-8D29-1A43-A489-2D2AF13A6AC3}"/>
              </a:ext>
            </a:extLst>
          </p:cNvPr>
          <p:cNvCxnSpPr>
            <a:cxnSpLocks/>
            <a:stCxn id="19" idx="6"/>
            <a:endCxn id="34" idx="2"/>
          </p:cNvCxnSpPr>
          <p:nvPr/>
        </p:nvCxnSpPr>
        <p:spPr>
          <a:xfrm>
            <a:off x="7699020" y="2147052"/>
            <a:ext cx="543696" cy="10144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7A2ADEA-6824-5248-8A1A-913BB50743EB}"/>
              </a:ext>
            </a:extLst>
          </p:cNvPr>
          <p:cNvCxnSpPr>
            <a:cxnSpLocks/>
            <a:stCxn id="20" idx="6"/>
            <a:endCxn id="34" idx="2"/>
          </p:cNvCxnSpPr>
          <p:nvPr/>
        </p:nvCxnSpPr>
        <p:spPr>
          <a:xfrm>
            <a:off x="7713287" y="2856536"/>
            <a:ext cx="529429" cy="3049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D52F2A6-1FC3-1A45-A166-AC4FB08AB2C8}"/>
              </a:ext>
            </a:extLst>
          </p:cNvPr>
          <p:cNvCxnSpPr>
            <a:cxnSpLocks/>
            <a:stCxn id="21" idx="6"/>
            <a:endCxn id="34" idx="2"/>
          </p:cNvCxnSpPr>
          <p:nvPr/>
        </p:nvCxnSpPr>
        <p:spPr>
          <a:xfrm flipV="1">
            <a:off x="7726778" y="3161455"/>
            <a:ext cx="515938" cy="2821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2BB65FF-8C4F-9241-A435-3DB168BF9D86}"/>
              </a:ext>
            </a:extLst>
          </p:cNvPr>
          <p:cNvCxnSpPr>
            <a:cxnSpLocks/>
            <a:stCxn id="22" idx="6"/>
            <a:endCxn id="34" idx="2"/>
          </p:cNvCxnSpPr>
          <p:nvPr/>
        </p:nvCxnSpPr>
        <p:spPr>
          <a:xfrm flipV="1">
            <a:off x="7724098" y="3161454"/>
            <a:ext cx="518618" cy="9601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E5F798CD-AECF-0E4B-89EB-D7D4078E85B8}"/>
              </a:ext>
            </a:extLst>
          </p:cNvPr>
          <p:cNvSpPr/>
          <p:nvPr/>
        </p:nvSpPr>
        <p:spPr>
          <a:xfrm>
            <a:off x="6176539" y="2180613"/>
            <a:ext cx="406026" cy="40010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5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B812ED1-6D2A-7C4A-A3D2-B8C1A160E376}"/>
              </a:ext>
            </a:extLst>
          </p:cNvPr>
          <p:cNvCxnSpPr>
            <a:cxnSpLocks/>
            <a:stCxn id="39" idx="6"/>
            <a:endCxn id="19" idx="2"/>
          </p:cNvCxnSpPr>
          <p:nvPr/>
        </p:nvCxnSpPr>
        <p:spPr>
          <a:xfrm flipV="1">
            <a:off x="6582565" y="2147052"/>
            <a:ext cx="710429" cy="2336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2DD7771-156D-034F-A223-A66DE8412D86}"/>
              </a:ext>
            </a:extLst>
          </p:cNvPr>
          <p:cNvCxnSpPr>
            <a:cxnSpLocks/>
            <a:stCxn id="39" idx="6"/>
            <a:endCxn id="20" idx="2"/>
          </p:cNvCxnSpPr>
          <p:nvPr/>
        </p:nvCxnSpPr>
        <p:spPr>
          <a:xfrm>
            <a:off x="6582566" y="2380665"/>
            <a:ext cx="724696" cy="4758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C6FC143-306A-164D-8416-6CFABE5E8CA2}"/>
              </a:ext>
            </a:extLst>
          </p:cNvPr>
          <p:cNvCxnSpPr>
            <a:cxnSpLocks/>
            <a:stCxn id="39" idx="6"/>
            <a:endCxn id="21" idx="2"/>
          </p:cNvCxnSpPr>
          <p:nvPr/>
        </p:nvCxnSpPr>
        <p:spPr>
          <a:xfrm>
            <a:off x="6582566" y="2380665"/>
            <a:ext cx="738187" cy="10628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72A5CC2-F948-5640-9307-E14BB96E074A}"/>
              </a:ext>
            </a:extLst>
          </p:cNvPr>
          <p:cNvCxnSpPr>
            <a:cxnSpLocks/>
            <a:stCxn id="39" idx="6"/>
            <a:endCxn id="22" idx="2"/>
          </p:cNvCxnSpPr>
          <p:nvPr/>
        </p:nvCxnSpPr>
        <p:spPr>
          <a:xfrm>
            <a:off x="6582566" y="2380665"/>
            <a:ext cx="735506" cy="17409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17980F7-D0CC-E942-8701-90E7184F23BD}"/>
              </a:ext>
            </a:extLst>
          </p:cNvPr>
          <p:cNvCxnSpPr>
            <a:cxnSpLocks/>
            <a:stCxn id="34" idx="6"/>
          </p:cNvCxnSpPr>
          <p:nvPr/>
        </p:nvCxnSpPr>
        <p:spPr>
          <a:xfrm>
            <a:off x="8648742" y="3161454"/>
            <a:ext cx="137928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DBD260D-2493-A642-B063-D559283E347F}"/>
              </a:ext>
            </a:extLst>
          </p:cNvPr>
          <p:cNvGrpSpPr/>
          <p:nvPr/>
        </p:nvGrpSpPr>
        <p:grpSpPr>
          <a:xfrm>
            <a:off x="10137979" y="2867817"/>
            <a:ext cx="324044" cy="525886"/>
            <a:chOff x="10048991" y="2196648"/>
            <a:chExt cx="324128" cy="526023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68364BC-2162-FA44-B45A-0D4F9EB455D1}"/>
                </a:ext>
              </a:extLst>
            </p:cNvPr>
            <p:cNvSpPr/>
            <p:nvPr/>
          </p:nvSpPr>
          <p:spPr>
            <a:xfrm>
              <a:off x="10048991" y="2297170"/>
              <a:ext cx="324128" cy="42550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165" dirty="0"/>
                <a:t>y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8416E14-79C0-B44A-9848-BD6153657C91}"/>
                </a:ext>
              </a:extLst>
            </p:cNvPr>
            <p:cNvSpPr/>
            <p:nvPr/>
          </p:nvSpPr>
          <p:spPr>
            <a:xfrm>
              <a:off x="10048991" y="2196648"/>
              <a:ext cx="314510" cy="42550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165" dirty="0"/>
                <a:t>^</a:t>
              </a:r>
            </a:p>
          </p:txBody>
        </p:sp>
      </p:grpSp>
      <p:sp>
        <p:nvSpPr>
          <p:cNvPr id="48" name="Oval 47">
            <a:extLst>
              <a:ext uri="{FF2B5EF4-FFF2-40B4-BE49-F238E27FC236}">
                <a16:creationId xmlns:a16="http://schemas.microsoft.com/office/drawing/2014/main" id="{90DD0C03-0441-654D-9AAF-3D486644C7B9}"/>
              </a:ext>
            </a:extLst>
          </p:cNvPr>
          <p:cNvSpPr/>
          <p:nvPr/>
        </p:nvSpPr>
        <p:spPr>
          <a:xfrm>
            <a:off x="6175056" y="1532009"/>
            <a:ext cx="406026" cy="40010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5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2933F87-D427-814A-9378-43E21BDDF11B}"/>
              </a:ext>
            </a:extLst>
          </p:cNvPr>
          <p:cNvCxnSpPr>
            <a:cxnSpLocks/>
            <a:stCxn id="48" idx="6"/>
            <a:endCxn id="19" idx="2"/>
          </p:cNvCxnSpPr>
          <p:nvPr/>
        </p:nvCxnSpPr>
        <p:spPr>
          <a:xfrm>
            <a:off x="6581081" y="1732061"/>
            <a:ext cx="711913" cy="4149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0C9A23D-70A9-9B4A-B607-DD68B6D4A717}"/>
              </a:ext>
            </a:extLst>
          </p:cNvPr>
          <p:cNvCxnSpPr>
            <a:cxnSpLocks/>
            <a:stCxn id="48" idx="6"/>
            <a:endCxn id="20" idx="2"/>
          </p:cNvCxnSpPr>
          <p:nvPr/>
        </p:nvCxnSpPr>
        <p:spPr>
          <a:xfrm>
            <a:off x="6581082" y="1732061"/>
            <a:ext cx="726180" cy="11244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2A56085-46A4-2A4B-A4FE-645748032D21}"/>
              </a:ext>
            </a:extLst>
          </p:cNvPr>
          <p:cNvCxnSpPr>
            <a:cxnSpLocks/>
            <a:stCxn id="48" idx="6"/>
            <a:endCxn id="21" idx="2"/>
          </p:cNvCxnSpPr>
          <p:nvPr/>
        </p:nvCxnSpPr>
        <p:spPr>
          <a:xfrm>
            <a:off x="6581082" y="1732061"/>
            <a:ext cx="739670" cy="17115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5665CC4-AD54-F84E-BBA9-3840D902022D}"/>
              </a:ext>
            </a:extLst>
          </p:cNvPr>
          <p:cNvCxnSpPr>
            <a:cxnSpLocks/>
            <a:stCxn id="48" idx="6"/>
            <a:endCxn id="22" idx="2"/>
          </p:cNvCxnSpPr>
          <p:nvPr/>
        </p:nvCxnSpPr>
        <p:spPr>
          <a:xfrm>
            <a:off x="6581082" y="1732060"/>
            <a:ext cx="736990" cy="23895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1CBFAB86-DCE2-E04B-B70F-37F0775F818A}"/>
              </a:ext>
            </a:extLst>
          </p:cNvPr>
          <p:cNvSpPr/>
          <p:nvPr/>
        </p:nvSpPr>
        <p:spPr>
          <a:xfrm>
            <a:off x="5986953" y="5151108"/>
            <a:ext cx="15401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Fully connected </a:t>
            </a:r>
          </a:p>
          <a:p>
            <a:r>
              <a:rPr lang="en-US" sz="1600" dirty="0"/>
              <a:t>layers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1825AC7-AA9C-5749-86CC-A290293814D7}"/>
              </a:ext>
            </a:extLst>
          </p:cNvPr>
          <p:cNvCxnSpPr>
            <a:cxnSpLocks/>
          </p:cNvCxnSpPr>
          <p:nvPr/>
        </p:nvCxnSpPr>
        <p:spPr>
          <a:xfrm>
            <a:off x="1646325" y="3226092"/>
            <a:ext cx="1234962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6763289E-4B87-DD43-9D88-67A8D7B2E441}"/>
              </a:ext>
            </a:extLst>
          </p:cNvPr>
          <p:cNvSpPr/>
          <p:nvPr/>
        </p:nvSpPr>
        <p:spPr>
          <a:xfrm>
            <a:off x="4047834" y="5129211"/>
            <a:ext cx="125066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Embeddings </a:t>
            </a:r>
          </a:p>
          <a:p>
            <a:r>
              <a:rPr lang="en-US" sz="1600" dirty="0"/>
              <a:t>Input Layer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58605EF-D449-3348-A6A0-134FFDA34DD4}"/>
              </a:ext>
            </a:extLst>
          </p:cNvPr>
          <p:cNvSpPr/>
          <p:nvPr/>
        </p:nvSpPr>
        <p:spPr>
          <a:xfrm>
            <a:off x="6251202" y="4633490"/>
            <a:ext cx="135306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Hidden Layers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4B082C7-0079-BC43-A180-FD8D68DA951D}"/>
              </a:ext>
            </a:extLst>
          </p:cNvPr>
          <p:cNvSpPr/>
          <p:nvPr/>
        </p:nvSpPr>
        <p:spPr>
          <a:xfrm>
            <a:off x="8215511" y="5145028"/>
            <a:ext cx="84830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Output </a:t>
            </a:r>
          </a:p>
          <a:p>
            <a:r>
              <a:rPr lang="en-US" sz="1600" dirty="0"/>
              <a:t>Layer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9B94B7B-D54D-9249-883F-072203CA4D23}"/>
              </a:ext>
            </a:extLst>
          </p:cNvPr>
          <p:cNvSpPr/>
          <p:nvPr/>
        </p:nvSpPr>
        <p:spPr>
          <a:xfrm>
            <a:off x="6268243" y="4876169"/>
            <a:ext cx="61144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RELU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5AF807E-4BC4-D04A-95A4-11C98138E049}"/>
              </a:ext>
            </a:extLst>
          </p:cNvPr>
          <p:cNvSpPr/>
          <p:nvPr/>
        </p:nvSpPr>
        <p:spPr>
          <a:xfrm>
            <a:off x="8134349" y="3524886"/>
            <a:ext cx="8483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Sigmoid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B6C03E6-0793-9B47-8BA8-95392B9DB39D}"/>
              </a:ext>
            </a:extLst>
          </p:cNvPr>
          <p:cNvSpPr/>
          <p:nvPr/>
        </p:nvSpPr>
        <p:spPr>
          <a:xfrm>
            <a:off x="4217880" y="1493833"/>
            <a:ext cx="406027" cy="1073362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65" dirty="0"/>
              <a:t>s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1FBE7E4-12F6-0C4A-B9D7-1C0280240876}"/>
              </a:ext>
            </a:extLst>
          </p:cNvPr>
          <p:cNvSpPr/>
          <p:nvPr/>
        </p:nvSpPr>
        <p:spPr>
          <a:xfrm>
            <a:off x="4212018" y="2815849"/>
            <a:ext cx="406027" cy="896791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65" dirty="0"/>
              <a:t>s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F1AFB51-A196-6C4D-B341-7010A9DB452A}"/>
              </a:ext>
            </a:extLst>
          </p:cNvPr>
          <p:cNvSpPr/>
          <p:nvPr/>
        </p:nvSpPr>
        <p:spPr>
          <a:xfrm>
            <a:off x="4212018" y="3934766"/>
            <a:ext cx="406027" cy="571462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65" dirty="0"/>
              <a:t>s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16499AF5-4C7F-AB44-91A8-3F7F316E276F}"/>
              </a:ext>
            </a:extLst>
          </p:cNvPr>
          <p:cNvSpPr/>
          <p:nvPr/>
        </p:nvSpPr>
        <p:spPr>
          <a:xfrm>
            <a:off x="4582653" y="4711794"/>
            <a:ext cx="61144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RELU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002F3FC6-F1C9-5744-9851-D6509DA34DFC}"/>
              </a:ext>
            </a:extLst>
          </p:cNvPr>
          <p:cNvCxnSpPr>
            <a:cxnSpLocks/>
          </p:cNvCxnSpPr>
          <p:nvPr/>
        </p:nvCxnSpPr>
        <p:spPr>
          <a:xfrm>
            <a:off x="4622017" y="3243832"/>
            <a:ext cx="33138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97FC5B2-D015-B84F-820D-C1FF20043C77}"/>
              </a:ext>
            </a:extLst>
          </p:cNvPr>
          <p:cNvCxnSpPr>
            <a:cxnSpLocks/>
          </p:cNvCxnSpPr>
          <p:nvPr/>
        </p:nvCxnSpPr>
        <p:spPr>
          <a:xfrm>
            <a:off x="4612869" y="4206602"/>
            <a:ext cx="33138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6A92CD8B-AF3A-ED44-813C-870E291C403A}"/>
              </a:ext>
            </a:extLst>
          </p:cNvPr>
          <p:cNvSpPr/>
          <p:nvPr/>
        </p:nvSpPr>
        <p:spPr>
          <a:xfrm>
            <a:off x="4578624" y="2867817"/>
            <a:ext cx="173637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e2:[ e2i1, e2i2, … ] 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BEB94EFD-1CD2-D74B-8C89-0AB0C356BA4C}"/>
              </a:ext>
            </a:extLst>
          </p:cNvPr>
          <p:cNvSpPr/>
          <p:nvPr/>
        </p:nvSpPr>
        <p:spPr>
          <a:xfrm>
            <a:off x="4612869" y="3872400"/>
            <a:ext cx="165622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eJ:[ ei1, ei2, ei3, … ] 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73209DD6-2FE1-1546-BC03-A8D9FAE29838}"/>
              </a:ext>
            </a:extLst>
          </p:cNvPr>
          <p:cNvCxnSpPr>
            <a:cxnSpLocks/>
          </p:cNvCxnSpPr>
          <p:nvPr/>
        </p:nvCxnSpPr>
        <p:spPr>
          <a:xfrm>
            <a:off x="4640380" y="1966961"/>
            <a:ext cx="33138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39AE5C99-4BDA-404D-99BE-21DE2E354689}"/>
              </a:ext>
            </a:extLst>
          </p:cNvPr>
          <p:cNvSpPr/>
          <p:nvPr/>
        </p:nvSpPr>
        <p:spPr>
          <a:xfrm>
            <a:off x="4622017" y="1620933"/>
            <a:ext cx="15648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e1:[ e1i1, e1i2, … ] 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5691E854-3628-214A-B3BF-7DE02930EB96}"/>
              </a:ext>
            </a:extLst>
          </p:cNvPr>
          <p:cNvCxnSpPr>
            <a:cxnSpLocks/>
          </p:cNvCxnSpPr>
          <p:nvPr/>
        </p:nvCxnSpPr>
        <p:spPr>
          <a:xfrm>
            <a:off x="3778230" y="3226092"/>
            <a:ext cx="34535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C8BEDF4-52FB-AB44-A25A-83F9A80DA925}"/>
              </a:ext>
            </a:extLst>
          </p:cNvPr>
          <p:cNvCxnSpPr>
            <a:cxnSpLocks/>
          </p:cNvCxnSpPr>
          <p:nvPr/>
        </p:nvCxnSpPr>
        <p:spPr>
          <a:xfrm>
            <a:off x="3778230" y="4291761"/>
            <a:ext cx="34535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A0B3CB51-54B2-FE40-A3B4-078081773807}"/>
              </a:ext>
            </a:extLst>
          </p:cNvPr>
          <p:cNvCxnSpPr>
            <a:cxnSpLocks/>
          </p:cNvCxnSpPr>
          <p:nvPr/>
        </p:nvCxnSpPr>
        <p:spPr>
          <a:xfrm>
            <a:off x="3778230" y="1966961"/>
            <a:ext cx="34535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15533B28-27E7-FC46-BFFC-238B231D43C7}"/>
              </a:ext>
            </a:extLst>
          </p:cNvPr>
          <p:cNvSpPr/>
          <p:nvPr/>
        </p:nvSpPr>
        <p:spPr>
          <a:xfrm>
            <a:off x="3036854" y="1245178"/>
            <a:ext cx="6378079" cy="46636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05FC13A-2CC9-294B-8EDD-12259D46798D}"/>
              </a:ext>
            </a:extLst>
          </p:cNvPr>
          <p:cNvSpPr/>
          <p:nvPr/>
        </p:nvSpPr>
        <p:spPr>
          <a:xfrm>
            <a:off x="4337672" y="204403"/>
            <a:ext cx="3954649" cy="399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999" dirty="0"/>
              <a:t>Deep-Learning Collaborative Filter</a:t>
            </a:r>
          </a:p>
        </p:txBody>
      </p:sp>
    </p:spTree>
    <p:extLst>
      <p:ext uri="{BB962C8B-B14F-4D97-AF65-F5344CB8AC3E}">
        <p14:creationId xmlns:p14="http://schemas.microsoft.com/office/powerpoint/2010/main" val="2275351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17632</TotalTime>
  <Words>247</Words>
  <Application>Microsoft Macintosh PowerPoint</Application>
  <PresentationFormat>Widescreen</PresentationFormat>
  <Paragraphs>112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CF Matrix Multiplication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Alberto Gutierrez</cp:lastModifiedBy>
  <cp:revision>46</cp:revision>
  <dcterms:created xsi:type="dcterms:W3CDTF">2019-04-08T21:29:46Z</dcterms:created>
  <dcterms:modified xsi:type="dcterms:W3CDTF">2019-11-10T01:31:33Z</dcterms:modified>
</cp:coreProperties>
</file>