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9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1"/>
    <p:restoredTop sz="94694"/>
  </p:normalViewPr>
  <p:slideViewPr>
    <p:cSldViewPr snapToGrid="0" snapToObjects="1">
      <p:cViewPr>
        <p:scale>
          <a:sx n="86" d="100"/>
          <a:sy n="86" d="100"/>
        </p:scale>
        <p:origin x="-88" y="4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B71B6-9AE7-9C4D-A5E3-56126DB66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BA471-46D1-814E-B0E9-EF904EE40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1D86A-B8D6-C641-96C7-F08B3D2F6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F76E-B435-2B4B-8D7A-087C4ACB3CFA}" type="datetimeFigureOut">
              <a:rPr lang="en-US" smtClean="0"/>
              <a:t>10/7/19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615CC-FB13-AC44-B938-ED42C6826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1EA54-30E8-9B45-BB90-8BBECC127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669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4F2A1-9885-BA42-9BC6-76DE0078B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2FB0A-03B1-0A4A-87E4-C85C4EC22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C6865-B7AE-6541-AFC5-D6685FC81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F76E-B435-2B4B-8D7A-087C4ACB3CFA}" type="datetimeFigureOut">
              <a:rPr lang="en-US" smtClean="0"/>
              <a:t>10/7/19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AC51C-51ED-4744-98A9-B766201ED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0F7E0-C79F-9543-BC45-2087382EC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49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C9A9B-48E4-F64A-932B-39E740404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8B549-5049-EB4A-B924-7D4C0B331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80B1C-7AE5-4544-9AB2-DC0789153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F76E-B435-2B4B-8D7A-087C4ACB3CFA}" type="datetimeFigureOut">
              <a:rPr lang="en-US" smtClean="0"/>
              <a:t>10/7/19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81872-749F-C54A-87EF-C55419054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260D2-4ABA-F24D-A1F4-A684FE4CE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167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51755-0635-2441-AE50-F09286832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8161C-6596-CE4C-B5A8-1963FE0DEB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B4B44-4924-314D-957E-007D27C8DB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DAA703-D738-134E-9C76-6B50212B8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F76E-B435-2B4B-8D7A-087C4ACB3CFA}" type="datetimeFigureOut">
              <a:rPr lang="en-US" smtClean="0"/>
              <a:t>10/7/19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B5711-46FD-0E43-9326-516C037CA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39027-25B7-224C-8109-DB5724059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478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A1704-95F6-E942-BC87-D0D226C3C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AD668E-408A-984D-978F-3EBB5F853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44035D-CEC0-0D4C-ABE9-A6178FDB58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BBBE7-6FFA-4A42-B492-03B303BB94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3A602C-DDC0-DF4C-AD22-1FEB11A6E0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4FE13E-3DF5-C648-9D50-4761A8E8C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F76E-B435-2B4B-8D7A-087C4ACB3CFA}" type="datetimeFigureOut">
              <a:rPr lang="en-US" smtClean="0"/>
              <a:t>10/7/19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1D7240-4418-0448-80CF-2E8649927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0D0864-190F-2448-8BAB-7E7F81F87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134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35232-7B7E-AE48-8EF6-AC9FE23C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46EC58-42E1-EB4E-B98B-C4B4AFE1D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F76E-B435-2B4B-8D7A-087C4ACB3CFA}" type="datetimeFigureOut">
              <a:rPr lang="en-US" smtClean="0"/>
              <a:t>10/7/19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3E7784-B801-1642-9553-BCEE21C44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AC18DA-DEE6-F34B-92B2-30C4B682A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172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14C0F2-978F-C14C-A20B-631AF6D39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F76E-B435-2B4B-8D7A-087C4ACB3CFA}" type="datetimeFigureOut">
              <a:rPr lang="en-US" smtClean="0"/>
              <a:t>10/7/19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7E170F-EA48-994F-B3DC-6978B6E70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7B6256-783B-4D43-AD8A-3C7D23CC1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176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132BA-9414-464F-8F5C-9A850395B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EE298-77DC-2A4D-BD14-1ACAA24AD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2DE119-62FC-AD46-BCDD-F5D9E5CF8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5D0D87-6A97-7C49-9330-E66FC6009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F76E-B435-2B4B-8D7A-087C4ACB3CFA}" type="datetimeFigureOut">
              <a:rPr lang="en-US" smtClean="0"/>
              <a:t>10/7/19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3CBAB-77AB-3744-8B33-0982DAA79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E9F88-740D-CB48-91FB-08443DD8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399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6107-B2CC-7D42-BD8C-A1184D0AC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93058D-2148-1E45-A7CF-7AD28A6E48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0050EB-7F44-594D-B44B-76E4ECC78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24E724-8A43-BA4E-B84D-4DAE5B05B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F76E-B435-2B4B-8D7A-087C4ACB3CFA}" type="datetimeFigureOut">
              <a:rPr lang="en-US" smtClean="0"/>
              <a:t>10/7/19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F7D8B9-A52C-B04F-8856-4F817CC26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4613EB-04D2-1D4B-BCA7-DFFD9A50B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039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3C7D2-A17A-8648-B7F6-646EB11C1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C8E22C-982B-DF42-9B9F-091BEA7DA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A97EA-ABFC-4041-8E77-CC4B41224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F76E-B435-2B4B-8D7A-087C4ACB3CFA}" type="datetimeFigureOut">
              <a:rPr lang="en-US" smtClean="0"/>
              <a:t>10/7/19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A953F-0675-A64A-8412-C957AB8DD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83441-374B-B54A-9424-6020AED81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189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459FAA-81EE-B840-B639-BBD553D721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92F55D-EF77-A343-B687-A42FB6289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C162A-EF79-0240-9879-6FB0C32CF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F76E-B435-2B4B-8D7A-087C4ACB3CFA}" type="datetimeFigureOut">
              <a:rPr lang="en-US" smtClean="0"/>
              <a:t>10/7/19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F3CD1-B2C2-1842-B3F6-F1163B337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5F12B-C13E-574E-B00D-951E08DCC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27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8D87D2-C77A-FB46-A539-42742104B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A9ADC-C0F9-734C-B2CB-31B0DC6E9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7861C-C059-224E-B07B-B366AEB2A6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DAF76E-B435-2B4B-8D7A-087C4ACB3CFA}" type="datetimeFigureOut">
              <a:rPr lang="en-US" smtClean="0"/>
              <a:t>10/7/19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9CBF5-C08A-9E40-A146-DA6C097340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70502-0D9F-3E42-83D9-040BFF738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DE14C-39F5-3B40-8004-17DC1A8DE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69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8B3F6-DBA8-6441-A165-9E502C396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729" y="-260008"/>
            <a:ext cx="8438042" cy="1325563"/>
          </a:xfrm>
        </p:spPr>
        <p:txBody>
          <a:bodyPr/>
          <a:lstStyle/>
          <a:p>
            <a:r>
              <a:rPr lang="en-US" dirty="0"/>
              <a:t>ML Sentiment Classification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A762E9-1A7D-FB41-91CC-CDD5310D5475}"/>
              </a:ext>
            </a:extLst>
          </p:cNvPr>
          <p:cNvSpPr txBox="1"/>
          <p:nvPr/>
        </p:nvSpPr>
        <p:spPr>
          <a:xfrm>
            <a:off x="3013335" y="1716370"/>
            <a:ext cx="1279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Pre-process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5EC31EC-3FFC-A547-95CE-39C5C4739034}"/>
              </a:ext>
            </a:extLst>
          </p:cNvPr>
          <p:cNvCxnSpPr>
            <a:cxnSpLocks/>
          </p:cNvCxnSpPr>
          <p:nvPr/>
        </p:nvCxnSpPr>
        <p:spPr>
          <a:xfrm>
            <a:off x="2534066" y="1917232"/>
            <a:ext cx="47926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4DF230B-DBAF-E749-8355-9CB85BBD1A88}"/>
              </a:ext>
            </a:extLst>
          </p:cNvPr>
          <p:cNvCxnSpPr/>
          <p:nvPr/>
        </p:nvCxnSpPr>
        <p:spPr>
          <a:xfrm>
            <a:off x="4446750" y="1901036"/>
            <a:ext cx="127461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AC4E73D-1049-E740-9AD4-24FE28EB66BB}"/>
              </a:ext>
            </a:extLst>
          </p:cNvPr>
          <p:cNvSpPr txBox="1"/>
          <p:nvPr/>
        </p:nvSpPr>
        <p:spPr>
          <a:xfrm>
            <a:off x="5886740" y="1577870"/>
            <a:ext cx="1258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Tokenize </a:t>
            </a:r>
          </a:p>
          <a:p>
            <a:r>
              <a:rPr lang="en-US" dirty="0"/>
              <a:t>&amp; Vectorize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72BA982-080E-3647-9F0D-3401C466A2C5}"/>
              </a:ext>
            </a:extLst>
          </p:cNvPr>
          <p:cNvCxnSpPr/>
          <p:nvPr/>
        </p:nvCxnSpPr>
        <p:spPr>
          <a:xfrm>
            <a:off x="7074497" y="1901035"/>
            <a:ext cx="127461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A54CF4E-15C2-1346-80F2-ABC9E7FAB905}"/>
              </a:ext>
            </a:extLst>
          </p:cNvPr>
          <p:cNvSpPr txBox="1"/>
          <p:nvPr/>
        </p:nvSpPr>
        <p:spPr>
          <a:xfrm>
            <a:off x="8438982" y="1701789"/>
            <a:ext cx="1405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Classification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9E174AB-D4CE-4A49-B898-5A52DD3507EB}"/>
              </a:ext>
            </a:extLst>
          </p:cNvPr>
          <p:cNvCxnSpPr>
            <a:cxnSpLocks/>
          </p:cNvCxnSpPr>
          <p:nvPr/>
        </p:nvCxnSpPr>
        <p:spPr>
          <a:xfrm>
            <a:off x="9844303" y="1919313"/>
            <a:ext cx="78102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Picture 74">
            <a:extLst>
              <a:ext uri="{FF2B5EF4-FFF2-40B4-BE49-F238E27FC236}">
                <a16:creationId xmlns:a16="http://schemas.microsoft.com/office/drawing/2014/main" id="{BDC8DC43-F593-314A-9AAA-2C157C891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8935" y="2145760"/>
            <a:ext cx="1523673" cy="1541812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E89BB5C8-FAA4-704B-AADD-FF31151DE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532" y="2224201"/>
            <a:ext cx="1440319" cy="1407208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6868A4CE-2BDC-F044-86DF-E7972BC59024}"/>
              </a:ext>
            </a:extLst>
          </p:cNvPr>
          <p:cNvSpPr txBox="1"/>
          <p:nvPr/>
        </p:nvSpPr>
        <p:spPr>
          <a:xfrm>
            <a:off x="10653851" y="1734647"/>
            <a:ext cx="1472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POS</a:t>
            </a:r>
            <a:r>
              <a:rPr lang="en-US" b="1" dirty="0"/>
              <a:t> -</a:t>
            </a:r>
            <a:r>
              <a:rPr lang="en-US" dirty="0"/>
              <a:t>or- </a:t>
            </a:r>
            <a:r>
              <a:rPr lang="en-US" dirty="0">
                <a:solidFill>
                  <a:srgbClr val="FF0000"/>
                </a:solidFill>
              </a:rPr>
              <a:t>NEG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32032BC-8D68-A844-92DE-9572E7D58C85}"/>
              </a:ext>
            </a:extLst>
          </p:cNvPr>
          <p:cNvSpPr txBox="1"/>
          <p:nvPr/>
        </p:nvSpPr>
        <p:spPr>
          <a:xfrm>
            <a:off x="10676291" y="1347071"/>
            <a:ext cx="1405321" cy="369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Sentiment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F574D04-8E55-1641-9B74-F03D39839A81}"/>
              </a:ext>
            </a:extLst>
          </p:cNvPr>
          <p:cNvSpPr txBox="1"/>
          <p:nvPr/>
        </p:nvSpPr>
        <p:spPr>
          <a:xfrm>
            <a:off x="1467568" y="3792061"/>
            <a:ext cx="19941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1</a:t>
            </a:r>
            <a:br>
              <a:rPr lang="en-US" dirty="0"/>
            </a:br>
            <a:r>
              <a:rPr lang="en-US" dirty="0"/>
              <a:t>Load &amp; Pre-process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40F877A-D333-764F-9DA7-F227D57C793A}"/>
              </a:ext>
            </a:extLst>
          </p:cNvPr>
          <p:cNvSpPr txBox="1"/>
          <p:nvPr/>
        </p:nvSpPr>
        <p:spPr>
          <a:xfrm>
            <a:off x="6012923" y="3792061"/>
            <a:ext cx="21139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2</a:t>
            </a:r>
            <a:br>
              <a:rPr lang="en-US" dirty="0"/>
            </a:br>
            <a:r>
              <a:rPr lang="en-US" dirty="0"/>
              <a:t>Tokenize &amp; Vectorize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C8DD1E9-5E89-6442-A0B9-8BB946F3C6F8}"/>
              </a:ext>
            </a:extLst>
          </p:cNvPr>
          <p:cNvSpPr txBox="1"/>
          <p:nvPr/>
        </p:nvSpPr>
        <p:spPr>
          <a:xfrm>
            <a:off x="9710928" y="3797665"/>
            <a:ext cx="2944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3</a:t>
            </a:r>
            <a:br>
              <a:rPr lang="en-US" dirty="0"/>
            </a:br>
            <a:r>
              <a:rPr lang="en-US" dirty="0"/>
              <a:t>Sentiment Classification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569B106-1A83-6147-8F89-9BB78D631D2E}"/>
              </a:ext>
            </a:extLst>
          </p:cNvPr>
          <p:cNvSpPr/>
          <p:nvPr/>
        </p:nvSpPr>
        <p:spPr>
          <a:xfrm>
            <a:off x="4385289" y="3562964"/>
            <a:ext cx="50860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text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543002C2-AC90-2E42-A1AF-53322C4F71BC}"/>
              </a:ext>
            </a:extLst>
          </p:cNvPr>
          <p:cNvSpPr/>
          <p:nvPr/>
        </p:nvSpPr>
        <p:spPr>
          <a:xfrm>
            <a:off x="7293037" y="3512479"/>
            <a:ext cx="87075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numeric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BB82A17-6EBD-9347-B45F-4D4925A86548}"/>
              </a:ext>
            </a:extLst>
          </p:cNvPr>
          <p:cNvSpPr txBox="1"/>
          <p:nvPr/>
        </p:nvSpPr>
        <p:spPr>
          <a:xfrm>
            <a:off x="1408501" y="1763344"/>
            <a:ext cx="11255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Document(s)</a:t>
            </a:r>
          </a:p>
        </p:txBody>
      </p:sp>
    </p:spTree>
    <p:extLst>
      <p:ext uri="{BB962C8B-B14F-4D97-AF65-F5344CB8AC3E}">
        <p14:creationId xmlns:p14="http://schemas.microsoft.com/office/powerpoint/2010/main" val="2274562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85185738-8C68-D74C-B61F-F113B11E02A5}"/>
              </a:ext>
            </a:extLst>
          </p:cNvPr>
          <p:cNvSpPr txBox="1"/>
          <p:nvPr/>
        </p:nvSpPr>
        <p:spPr>
          <a:xfrm>
            <a:off x="3463607" y="2713893"/>
            <a:ext cx="103701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Pre-process</a:t>
            </a:r>
          </a:p>
          <a:p>
            <a:r>
              <a:rPr lang="en-US" sz="1400" dirty="0"/>
              <a:t>Tokenize </a:t>
            </a:r>
          </a:p>
          <a:p>
            <a:r>
              <a:rPr lang="en-US" sz="1400" dirty="0"/>
              <a:t>&amp; Vectorize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3370FD4-EBF5-F142-97C4-E1CACECD3DF5}"/>
              </a:ext>
            </a:extLst>
          </p:cNvPr>
          <p:cNvCxnSpPr>
            <a:cxnSpLocks/>
          </p:cNvCxnSpPr>
          <p:nvPr/>
        </p:nvCxnSpPr>
        <p:spPr>
          <a:xfrm>
            <a:off x="2964253" y="3053057"/>
            <a:ext cx="40560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42700B9-0A35-A14B-A8E1-E763CF9870CD}"/>
              </a:ext>
            </a:extLst>
          </p:cNvPr>
          <p:cNvSpPr txBox="1"/>
          <p:nvPr/>
        </p:nvSpPr>
        <p:spPr>
          <a:xfrm>
            <a:off x="1826753" y="2929336"/>
            <a:ext cx="11255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Document(s)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1B789442-53A1-0A4A-851A-9B03EC4AC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729" y="-260008"/>
            <a:ext cx="8438042" cy="1325563"/>
          </a:xfrm>
        </p:spPr>
        <p:txBody>
          <a:bodyPr/>
          <a:lstStyle/>
          <a:p>
            <a:r>
              <a:rPr lang="en-US" dirty="0"/>
              <a:t>DL Sentiment Classification with LM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5790320-D48D-C942-B8C2-8BEF59F7268C}"/>
              </a:ext>
            </a:extLst>
          </p:cNvPr>
          <p:cNvSpPr/>
          <p:nvPr/>
        </p:nvSpPr>
        <p:spPr>
          <a:xfrm>
            <a:off x="5293893" y="2564132"/>
            <a:ext cx="255242" cy="23907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DAB9AD2B-C523-A842-AF44-C96631F27BC4}"/>
              </a:ext>
            </a:extLst>
          </p:cNvPr>
          <p:cNvSpPr/>
          <p:nvPr/>
        </p:nvSpPr>
        <p:spPr>
          <a:xfrm>
            <a:off x="5293893" y="2893094"/>
            <a:ext cx="255242" cy="23907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A090F97A-8E91-8940-93E7-E261ADF06E7D}"/>
              </a:ext>
            </a:extLst>
          </p:cNvPr>
          <p:cNvSpPr/>
          <p:nvPr/>
        </p:nvSpPr>
        <p:spPr>
          <a:xfrm>
            <a:off x="5293893" y="3234503"/>
            <a:ext cx="255242" cy="23907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389EE463-26B5-3249-B44A-D93A88B47B6F}"/>
              </a:ext>
            </a:extLst>
          </p:cNvPr>
          <p:cNvSpPr/>
          <p:nvPr/>
        </p:nvSpPr>
        <p:spPr>
          <a:xfrm>
            <a:off x="5789124" y="2325055"/>
            <a:ext cx="255242" cy="23907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E837F6A0-3D00-7D43-99B3-220EF867126B}"/>
              </a:ext>
            </a:extLst>
          </p:cNvPr>
          <p:cNvSpPr/>
          <p:nvPr/>
        </p:nvSpPr>
        <p:spPr>
          <a:xfrm>
            <a:off x="5789124" y="2654017"/>
            <a:ext cx="255242" cy="23907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EDFB984-F820-9849-94D1-8916585CA9C5}"/>
              </a:ext>
            </a:extLst>
          </p:cNvPr>
          <p:cNvSpPr/>
          <p:nvPr/>
        </p:nvSpPr>
        <p:spPr>
          <a:xfrm>
            <a:off x="5785106" y="2984232"/>
            <a:ext cx="255242" cy="23907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427BA15D-31FD-B848-BB82-BDC9DC2BE8F1}"/>
              </a:ext>
            </a:extLst>
          </p:cNvPr>
          <p:cNvSpPr/>
          <p:nvPr/>
        </p:nvSpPr>
        <p:spPr>
          <a:xfrm>
            <a:off x="5789124" y="3395537"/>
            <a:ext cx="255242" cy="23907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2A6338D9-0622-AD49-BF28-ACE9472602B2}"/>
              </a:ext>
            </a:extLst>
          </p:cNvPr>
          <p:cNvSpPr/>
          <p:nvPr/>
        </p:nvSpPr>
        <p:spPr>
          <a:xfrm>
            <a:off x="6343799" y="2325055"/>
            <a:ext cx="255242" cy="239077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60B4B153-9DE1-E04F-9AFE-18CD5B1462C6}"/>
              </a:ext>
            </a:extLst>
          </p:cNvPr>
          <p:cNvSpPr/>
          <p:nvPr/>
        </p:nvSpPr>
        <p:spPr>
          <a:xfrm>
            <a:off x="6343799" y="2654017"/>
            <a:ext cx="255242" cy="239077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B4E287D2-242F-E54E-A689-DD8922BB4F54}"/>
              </a:ext>
            </a:extLst>
          </p:cNvPr>
          <p:cNvSpPr/>
          <p:nvPr/>
        </p:nvSpPr>
        <p:spPr>
          <a:xfrm>
            <a:off x="6343799" y="2995426"/>
            <a:ext cx="255242" cy="239077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3E364D5A-3DF3-D345-8AF6-1B654AF5747D}"/>
              </a:ext>
            </a:extLst>
          </p:cNvPr>
          <p:cNvSpPr/>
          <p:nvPr/>
        </p:nvSpPr>
        <p:spPr>
          <a:xfrm>
            <a:off x="6343799" y="3395537"/>
            <a:ext cx="255242" cy="239077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D5FD28EA-D44A-1244-BB3E-4EFD565B8C3E}"/>
              </a:ext>
            </a:extLst>
          </p:cNvPr>
          <p:cNvSpPr/>
          <p:nvPr/>
        </p:nvSpPr>
        <p:spPr>
          <a:xfrm>
            <a:off x="6898474" y="2325055"/>
            <a:ext cx="255242" cy="23907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DEDE0E63-A78C-7345-AA5D-058E9BBB375C}"/>
              </a:ext>
            </a:extLst>
          </p:cNvPr>
          <p:cNvSpPr/>
          <p:nvPr/>
        </p:nvSpPr>
        <p:spPr>
          <a:xfrm>
            <a:off x="6898474" y="2654017"/>
            <a:ext cx="255242" cy="23907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208DF980-BA72-ED43-98FC-797C08702C9E}"/>
              </a:ext>
            </a:extLst>
          </p:cNvPr>
          <p:cNvSpPr/>
          <p:nvPr/>
        </p:nvSpPr>
        <p:spPr>
          <a:xfrm>
            <a:off x="6898474" y="2995426"/>
            <a:ext cx="255242" cy="23907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370C2A57-AF9B-5C43-9B3C-61F809A4CBC8}"/>
              </a:ext>
            </a:extLst>
          </p:cNvPr>
          <p:cNvSpPr/>
          <p:nvPr/>
        </p:nvSpPr>
        <p:spPr>
          <a:xfrm>
            <a:off x="6898474" y="3395537"/>
            <a:ext cx="255242" cy="23907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FAC25B77-B83F-AD41-9E98-202C7563509A}"/>
              </a:ext>
            </a:extLst>
          </p:cNvPr>
          <p:cNvSpPr/>
          <p:nvPr/>
        </p:nvSpPr>
        <p:spPr>
          <a:xfrm>
            <a:off x="7568112" y="2496296"/>
            <a:ext cx="255242" cy="23907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45D941DD-DC7A-B84E-B0A9-1AD3A6FD0641}"/>
              </a:ext>
            </a:extLst>
          </p:cNvPr>
          <p:cNvSpPr/>
          <p:nvPr/>
        </p:nvSpPr>
        <p:spPr>
          <a:xfrm>
            <a:off x="7568112" y="2837705"/>
            <a:ext cx="255242" cy="23907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6590E31A-7A97-D143-A618-B5D0F32AFABE}"/>
              </a:ext>
            </a:extLst>
          </p:cNvPr>
          <p:cNvSpPr/>
          <p:nvPr/>
        </p:nvSpPr>
        <p:spPr>
          <a:xfrm>
            <a:off x="7568112" y="3237816"/>
            <a:ext cx="255242" cy="23907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5DC9435A-C69A-7E4D-A45F-490C5EBF92D0}"/>
              </a:ext>
            </a:extLst>
          </p:cNvPr>
          <p:cNvSpPr/>
          <p:nvPr/>
        </p:nvSpPr>
        <p:spPr>
          <a:xfrm>
            <a:off x="8119066" y="2640626"/>
            <a:ext cx="255242" cy="239077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CA4BE707-A8DF-B54B-8619-16E470282692}"/>
              </a:ext>
            </a:extLst>
          </p:cNvPr>
          <p:cNvSpPr/>
          <p:nvPr/>
        </p:nvSpPr>
        <p:spPr>
          <a:xfrm>
            <a:off x="8119066" y="3040737"/>
            <a:ext cx="255242" cy="239077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66D07A9-8E08-8F44-A634-692CF6B5E931}"/>
              </a:ext>
            </a:extLst>
          </p:cNvPr>
          <p:cNvCxnSpPr>
            <a:cxnSpLocks/>
            <a:stCxn id="59" idx="6"/>
            <a:endCxn id="63" idx="2"/>
          </p:cNvCxnSpPr>
          <p:nvPr/>
        </p:nvCxnSpPr>
        <p:spPr>
          <a:xfrm flipV="1">
            <a:off x="5549135" y="2444594"/>
            <a:ext cx="239989" cy="2390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DAF0DD1-B108-9A4A-B349-CFBD62C9F208}"/>
              </a:ext>
            </a:extLst>
          </p:cNvPr>
          <p:cNvCxnSpPr>
            <a:cxnSpLocks/>
            <a:stCxn id="59" idx="6"/>
            <a:endCxn id="64" idx="2"/>
          </p:cNvCxnSpPr>
          <p:nvPr/>
        </p:nvCxnSpPr>
        <p:spPr>
          <a:xfrm>
            <a:off x="5549135" y="2683671"/>
            <a:ext cx="239989" cy="898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54517E4C-6348-4344-8399-48201D75585A}"/>
              </a:ext>
            </a:extLst>
          </p:cNvPr>
          <p:cNvCxnSpPr>
            <a:cxnSpLocks/>
            <a:stCxn id="59" idx="6"/>
            <a:endCxn id="65" idx="2"/>
          </p:cNvCxnSpPr>
          <p:nvPr/>
        </p:nvCxnSpPr>
        <p:spPr>
          <a:xfrm>
            <a:off x="5549135" y="2683671"/>
            <a:ext cx="235971" cy="4201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88D6631-0557-F94B-9428-3475DC88985A}"/>
              </a:ext>
            </a:extLst>
          </p:cNvPr>
          <p:cNvCxnSpPr>
            <a:cxnSpLocks/>
            <a:stCxn id="59" idx="6"/>
          </p:cNvCxnSpPr>
          <p:nvPr/>
        </p:nvCxnSpPr>
        <p:spPr>
          <a:xfrm>
            <a:off x="5549135" y="2683671"/>
            <a:ext cx="228620" cy="8266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D8AEB02B-9E05-0144-9839-DA11B5A0F320}"/>
              </a:ext>
            </a:extLst>
          </p:cNvPr>
          <p:cNvCxnSpPr>
            <a:cxnSpLocks/>
            <a:stCxn id="59" idx="6"/>
            <a:endCxn id="67" idx="2"/>
          </p:cNvCxnSpPr>
          <p:nvPr/>
        </p:nvCxnSpPr>
        <p:spPr>
          <a:xfrm>
            <a:off x="5549135" y="2683671"/>
            <a:ext cx="239989" cy="8314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FCAFEE72-1DBD-B943-9CF1-BF73F6DC71C8}"/>
              </a:ext>
            </a:extLst>
          </p:cNvPr>
          <p:cNvCxnSpPr>
            <a:cxnSpLocks/>
            <a:stCxn id="61" idx="6"/>
            <a:endCxn id="65" idx="2"/>
          </p:cNvCxnSpPr>
          <p:nvPr/>
        </p:nvCxnSpPr>
        <p:spPr>
          <a:xfrm>
            <a:off x="5549135" y="3012633"/>
            <a:ext cx="235971" cy="911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B16B27C-6F25-ED47-B0A1-22380E87D531}"/>
              </a:ext>
            </a:extLst>
          </p:cNvPr>
          <p:cNvCxnSpPr>
            <a:cxnSpLocks/>
            <a:stCxn id="61" idx="6"/>
          </p:cNvCxnSpPr>
          <p:nvPr/>
        </p:nvCxnSpPr>
        <p:spPr>
          <a:xfrm>
            <a:off x="5549135" y="3012633"/>
            <a:ext cx="245607" cy="4870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062F2BE-1D34-EF4C-9A97-0E8BC15ECDBD}"/>
              </a:ext>
            </a:extLst>
          </p:cNvPr>
          <p:cNvCxnSpPr>
            <a:cxnSpLocks/>
            <a:endCxn id="67" idx="2"/>
          </p:cNvCxnSpPr>
          <p:nvPr/>
        </p:nvCxnSpPr>
        <p:spPr>
          <a:xfrm>
            <a:off x="5533882" y="3363595"/>
            <a:ext cx="255242" cy="1514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A939EA73-E847-2F44-BB5D-35D675C0DCE4}"/>
              </a:ext>
            </a:extLst>
          </p:cNvPr>
          <p:cNvCxnSpPr>
            <a:cxnSpLocks/>
            <a:stCxn id="62" idx="6"/>
            <a:endCxn id="65" idx="2"/>
          </p:cNvCxnSpPr>
          <p:nvPr/>
        </p:nvCxnSpPr>
        <p:spPr>
          <a:xfrm flipV="1">
            <a:off x="5549135" y="3103771"/>
            <a:ext cx="235971" cy="2502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2209F1CD-32F6-6C4F-856A-9990C0AB2DD2}"/>
              </a:ext>
            </a:extLst>
          </p:cNvPr>
          <p:cNvCxnSpPr>
            <a:cxnSpLocks/>
            <a:stCxn id="62" idx="6"/>
          </p:cNvCxnSpPr>
          <p:nvPr/>
        </p:nvCxnSpPr>
        <p:spPr>
          <a:xfrm flipV="1">
            <a:off x="5549135" y="2791456"/>
            <a:ext cx="235971" cy="5625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D44DEA3-F66D-4A4C-B723-ED01D8FA0DA5}"/>
              </a:ext>
            </a:extLst>
          </p:cNvPr>
          <p:cNvCxnSpPr>
            <a:cxnSpLocks/>
            <a:stCxn id="62" idx="6"/>
            <a:endCxn id="63" idx="2"/>
          </p:cNvCxnSpPr>
          <p:nvPr/>
        </p:nvCxnSpPr>
        <p:spPr>
          <a:xfrm flipV="1">
            <a:off x="5549135" y="2444594"/>
            <a:ext cx="239989" cy="9094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88140840-2175-F94A-890C-3DACFAA1512E}"/>
              </a:ext>
            </a:extLst>
          </p:cNvPr>
          <p:cNvCxnSpPr>
            <a:cxnSpLocks/>
            <a:stCxn id="63" idx="6"/>
            <a:endCxn id="68" idx="2"/>
          </p:cNvCxnSpPr>
          <p:nvPr/>
        </p:nvCxnSpPr>
        <p:spPr>
          <a:xfrm>
            <a:off x="6044366" y="2444594"/>
            <a:ext cx="2994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FDA5CCCF-11E5-554C-939B-74B9969B150B}"/>
              </a:ext>
            </a:extLst>
          </p:cNvPr>
          <p:cNvCxnSpPr>
            <a:cxnSpLocks/>
            <a:stCxn id="63" idx="6"/>
            <a:endCxn id="69" idx="2"/>
          </p:cNvCxnSpPr>
          <p:nvPr/>
        </p:nvCxnSpPr>
        <p:spPr>
          <a:xfrm>
            <a:off x="6044366" y="2444594"/>
            <a:ext cx="299433" cy="3289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A8BCEF04-8194-464D-AB91-74CEBBC1D7ED}"/>
              </a:ext>
            </a:extLst>
          </p:cNvPr>
          <p:cNvCxnSpPr>
            <a:cxnSpLocks/>
            <a:endCxn id="70" idx="2"/>
          </p:cNvCxnSpPr>
          <p:nvPr/>
        </p:nvCxnSpPr>
        <p:spPr>
          <a:xfrm>
            <a:off x="6040348" y="2441146"/>
            <a:ext cx="303451" cy="6738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3D439C2A-9726-9D48-B0B3-835BF61D1286}"/>
              </a:ext>
            </a:extLst>
          </p:cNvPr>
          <p:cNvCxnSpPr>
            <a:cxnSpLocks/>
            <a:stCxn id="63" idx="6"/>
            <a:endCxn id="71" idx="2"/>
          </p:cNvCxnSpPr>
          <p:nvPr/>
        </p:nvCxnSpPr>
        <p:spPr>
          <a:xfrm>
            <a:off x="6044366" y="2444594"/>
            <a:ext cx="299433" cy="10704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Rectangle 155">
            <a:extLst>
              <a:ext uri="{FF2B5EF4-FFF2-40B4-BE49-F238E27FC236}">
                <a16:creationId xmlns:a16="http://schemas.microsoft.com/office/drawing/2014/main" id="{3900460A-32E1-2641-91A4-B647B880E4B9}"/>
              </a:ext>
            </a:extLst>
          </p:cNvPr>
          <p:cNvSpPr/>
          <p:nvPr/>
        </p:nvSpPr>
        <p:spPr>
          <a:xfrm>
            <a:off x="5031625" y="3512298"/>
            <a:ext cx="82907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/>
              <a:t>Embedding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DE36702E-2F76-2E4B-B718-61871373DE4D}"/>
              </a:ext>
            </a:extLst>
          </p:cNvPr>
          <p:cNvCxnSpPr>
            <a:cxnSpLocks/>
            <a:stCxn id="64" idx="6"/>
            <a:endCxn id="68" idx="2"/>
          </p:cNvCxnSpPr>
          <p:nvPr/>
        </p:nvCxnSpPr>
        <p:spPr>
          <a:xfrm flipV="1">
            <a:off x="6044366" y="2444594"/>
            <a:ext cx="299433" cy="3289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C2234E23-9B16-7146-AAF6-871A8BB5866C}"/>
              </a:ext>
            </a:extLst>
          </p:cNvPr>
          <p:cNvCxnSpPr>
            <a:cxnSpLocks/>
            <a:stCxn id="64" idx="6"/>
            <a:endCxn id="69" idx="2"/>
          </p:cNvCxnSpPr>
          <p:nvPr/>
        </p:nvCxnSpPr>
        <p:spPr>
          <a:xfrm>
            <a:off x="6044366" y="2773556"/>
            <a:ext cx="2994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2727CBF6-FC82-0E43-A054-BA296A43750E}"/>
              </a:ext>
            </a:extLst>
          </p:cNvPr>
          <p:cNvCxnSpPr>
            <a:cxnSpLocks/>
            <a:stCxn id="64" idx="6"/>
            <a:endCxn id="70" idx="2"/>
          </p:cNvCxnSpPr>
          <p:nvPr/>
        </p:nvCxnSpPr>
        <p:spPr>
          <a:xfrm>
            <a:off x="6044366" y="2773556"/>
            <a:ext cx="299433" cy="3414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E2D42395-F2D6-E643-B104-AE09D44FE48B}"/>
              </a:ext>
            </a:extLst>
          </p:cNvPr>
          <p:cNvCxnSpPr>
            <a:cxnSpLocks/>
            <a:stCxn id="64" idx="6"/>
            <a:endCxn id="71" idx="2"/>
          </p:cNvCxnSpPr>
          <p:nvPr/>
        </p:nvCxnSpPr>
        <p:spPr>
          <a:xfrm>
            <a:off x="6044366" y="2773556"/>
            <a:ext cx="299433" cy="7415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1C28919F-14B3-ED4F-83A4-AF617945C9C7}"/>
              </a:ext>
            </a:extLst>
          </p:cNvPr>
          <p:cNvCxnSpPr>
            <a:cxnSpLocks/>
            <a:stCxn id="65" idx="6"/>
            <a:endCxn id="69" idx="2"/>
          </p:cNvCxnSpPr>
          <p:nvPr/>
        </p:nvCxnSpPr>
        <p:spPr>
          <a:xfrm flipV="1">
            <a:off x="6040348" y="2773556"/>
            <a:ext cx="303451" cy="3302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A864C20A-94CA-B341-9E85-D7DFF5FAC677}"/>
              </a:ext>
            </a:extLst>
          </p:cNvPr>
          <p:cNvCxnSpPr>
            <a:cxnSpLocks/>
            <a:stCxn id="65" idx="6"/>
            <a:endCxn id="70" idx="2"/>
          </p:cNvCxnSpPr>
          <p:nvPr/>
        </p:nvCxnSpPr>
        <p:spPr>
          <a:xfrm>
            <a:off x="6040348" y="3103771"/>
            <a:ext cx="303451" cy="11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C733E309-938B-174D-9251-0074E0534B10}"/>
              </a:ext>
            </a:extLst>
          </p:cNvPr>
          <p:cNvCxnSpPr>
            <a:cxnSpLocks/>
            <a:stCxn id="65" idx="6"/>
            <a:endCxn id="70" idx="2"/>
          </p:cNvCxnSpPr>
          <p:nvPr/>
        </p:nvCxnSpPr>
        <p:spPr>
          <a:xfrm>
            <a:off x="6040348" y="3103771"/>
            <a:ext cx="303451" cy="11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F53A7766-529D-7D47-B57D-862A0B65803E}"/>
              </a:ext>
            </a:extLst>
          </p:cNvPr>
          <p:cNvCxnSpPr>
            <a:cxnSpLocks/>
            <a:stCxn id="67" idx="6"/>
            <a:endCxn id="69" idx="2"/>
          </p:cNvCxnSpPr>
          <p:nvPr/>
        </p:nvCxnSpPr>
        <p:spPr>
          <a:xfrm flipV="1">
            <a:off x="6044366" y="2773556"/>
            <a:ext cx="299433" cy="7415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93E24F33-F586-D240-9FA0-38459D15EC15}"/>
              </a:ext>
            </a:extLst>
          </p:cNvPr>
          <p:cNvCxnSpPr>
            <a:cxnSpLocks/>
            <a:stCxn id="65" idx="6"/>
            <a:endCxn id="68" idx="2"/>
          </p:cNvCxnSpPr>
          <p:nvPr/>
        </p:nvCxnSpPr>
        <p:spPr>
          <a:xfrm flipV="1">
            <a:off x="6040348" y="2444594"/>
            <a:ext cx="303451" cy="6591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AA0727CF-FFF8-0642-A446-12605E737523}"/>
              </a:ext>
            </a:extLst>
          </p:cNvPr>
          <p:cNvCxnSpPr>
            <a:cxnSpLocks/>
            <a:stCxn id="65" idx="6"/>
            <a:endCxn id="71" idx="2"/>
          </p:cNvCxnSpPr>
          <p:nvPr/>
        </p:nvCxnSpPr>
        <p:spPr>
          <a:xfrm>
            <a:off x="6040348" y="3103771"/>
            <a:ext cx="303451" cy="4113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76654A6A-FBD5-F142-9F28-A9260CA62105}"/>
              </a:ext>
            </a:extLst>
          </p:cNvPr>
          <p:cNvCxnSpPr>
            <a:cxnSpLocks/>
            <a:stCxn id="67" idx="6"/>
            <a:endCxn id="70" idx="2"/>
          </p:cNvCxnSpPr>
          <p:nvPr/>
        </p:nvCxnSpPr>
        <p:spPr>
          <a:xfrm flipV="1">
            <a:off x="6044366" y="3114965"/>
            <a:ext cx="299433" cy="4001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9DA4C26A-4887-C144-956A-E1AF7136EF19}"/>
              </a:ext>
            </a:extLst>
          </p:cNvPr>
          <p:cNvCxnSpPr>
            <a:cxnSpLocks/>
            <a:stCxn id="67" idx="6"/>
            <a:endCxn id="68" idx="2"/>
          </p:cNvCxnSpPr>
          <p:nvPr/>
        </p:nvCxnSpPr>
        <p:spPr>
          <a:xfrm flipV="1">
            <a:off x="6044366" y="2444594"/>
            <a:ext cx="299433" cy="10704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F42B8510-9620-9743-BBF5-DDC44C3D6BB2}"/>
              </a:ext>
            </a:extLst>
          </p:cNvPr>
          <p:cNvCxnSpPr>
            <a:cxnSpLocks/>
            <a:stCxn id="67" idx="6"/>
            <a:endCxn id="71" idx="2"/>
          </p:cNvCxnSpPr>
          <p:nvPr/>
        </p:nvCxnSpPr>
        <p:spPr>
          <a:xfrm>
            <a:off x="6044366" y="3515076"/>
            <a:ext cx="2994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BE16F94A-860D-7C4C-AC06-EF5D5ECF28FD}"/>
              </a:ext>
            </a:extLst>
          </p:cNvPr>
          <p:cNvCxnSpPr>
            <a:cxnSpLocks/>
          </p:cNvCxnSpPr>
          <p:nvPr/>
        </p:nvCxnSpPr>
        <p:spPr>
          <a:xfrm>
            <a:off x="6595320" y="2449878"/>
            <a:ext cx="2994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F3948051-E3AC-654D-A4C3-C36713993C08}"/>
              </a:ext>
            </a:extLst>
          </p:cNvPr>
          <p:cNvCxnSpPr>
            <a:cxnSpLocks/>
          </p:cNvCxnSpPr>
          <p:nvPr/>
        </p:nvCxnSpPr>
        <p:spPr>
          <a:xfrm>
            <a:off x="6595320" y="2449878"/>
            <a:ext cx="299433" cy="3289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851CF035-FF0D-1C46-A3D1-E2D38CE3B0CB}"/>
              </a:ext>
            </a:extLst>
          </p:cNvPr>
          <p:cNvCxnSpPr>
            <a:cxnSpLocks/>
          </p:cNvCxnSpPr>
          <p:nvPr/>
        </p:nvCxnSpPr>
        <p:spPr>
          <a:xfrm>
            <a:off x="6591302" y="2446430"/>
            <a:ext cx="303451" cy="6738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71B8682B-D98D-2B47-80D0-9A6A425F4B40}"/>
              </a:ext>
            </a:extLst>
          </p:cNvPr>
          <p:cNvCxnSpPr>
            <a:cxnSpLocks/>
          </p:cNvCxnSpPr>
          <p:nvPr/>
        </p:nvCxnSpPr>
        <p:spPr>
          <a:xfrm>
            <a:off x="6595320" y="2449878"/>
            <a:ext cx="299433" cy="10704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0C71BC22-F634-2E46-AE78-C77E58989956}"/>
              </a:ext>
            </a:extLst>
          </p:cNvPr>
          <p:cNvCxnSpPr>
            <a:cxnSpLocks/>
          </p:cNvCxnSpPr>
          <p:nvPr/>
        </p:nvCxnSpPr>
        <p:spPr>
          <a:xfrm flipV="1">
            <a:off x="6595320" y="2449878"/>
            <a:ext cx="299433" cy="3289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1ED2535B-2B99-4046-A0B9-311DEC4281CB}"/>
              </a:ext>
            </a:extLst>
          </p:cNvPr>
          <p:cNvCxnSpPr>
            <a:cxnSpLocks/>
          </p:cNvCxnSpPr>
          <p:nvPr/>
        </p:nvCxnSpPr>
        <p:spPr>
          <a:xfrm>
            <a:off x="6595320" y="2778840"/>
            <a:ext cx="2994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E6C081FD-8B49-CF4E-A649-9E50C35DDC32}"/>
              </a:ext>
            </a:extLst>
          </p:cNvPr>
          <p:cNvCxnSpPr>
            <a:cxnSpLocks/>
          </p:cNvCxnSpPr>
          <p:nvPr/>
        </p:nvCxnSpPr>
        <p:spPr>
          <a:xfrm>
            <a:off x="6595320" y="2778840"/>
            <a:ext cx="299433" cy="3414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CD4B5036-A277-494E-8FA9-BC37E2EE5DC4}"/>
              </a:ext>
            </a:extLst>
          </p:cNvPr>
          <p:cNvCxnSpPr>
            <a:cxnSpLocks/>
          </p:cNvCxnSpPr>
          <p:nvPr/>
        </p:nvCxnSpPr>
        <p:spPr>
          <a:xfrm>
            <a:off x="6595320" y="2778840"/>
            <a:ext cx="299433" cy="7415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38F1B8CD-61E5-3942-9665-359E065BECE4}"/>
              </a:ext>
            </a:extLst>
          </p:cNvPr>
          <p:cNvCxnSpPr>
            <a:cxnSpLocks/>
          </p:cNvCxnSpPr>
          <p:nvPr/>
        </p:nvCxnSpPr>
        <p:spPr>
          <a:xfrm flipV="1">
            <a:off x="6591302" y="2778840"/>
            <a:ext cx="303451" cy="3302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F1FCD950-8554-E249-BB9D-F6E7AD576A6B}"/>
              </a:ext>
            </a:extLst>
          </p:cNvPr>
          <p:cNvCxnSpPr>
            <a:cxnSpLocks/>
          </p:cNvCxnSpPr>
          <p:nvPr/>
        </p:nvCxnSpPr>
        <p:spPr>
          <a:xfrm>
            <a:off x="6591302" y="3109055"/>
            <a:ext cx="303451" cy="11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BDE7470F-45A1-DA48-9715-57EAE39846FE}"/>
              </a:ext>
            </a:extLst>
          </p:cNvPr>
          <p:cNvCxnSpPr>
            <a:cxnSpLocks/>
          </p:cNvCxnSpPr>
          <p:nvPr/>
        </p:nvCxnSpPr>
        <p:spPr>
          <a:xfrm>
            <a:off x="6591302" y="3109055"/>
            <a:ext cx="303451" cy="11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E1BC4E70-EBA1-074B-8364-3AEC1D173BF8}"/>
              </a:ext>
            </a:extLst>
          </p:cNvPr>
          <p:cNvCxnSpPr>
            <a:cxnSpLocks/>
          </p:cNvCxnSpPr>
          <p:nvPr/>
        </p:nvCxnSpPr>
        <p:spPr>
          <a:xfrm flipV="1">
            <a:off x="6595320" y="2778840"/>
            <a:ext cx="299433" cy="7415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2C0AB1FC-BFE7-2040-9887-0721102C1999}"/>
              </a:ext>
            </a:extLst>
          </p:cNvPr>
          <p:cNvCxnSpPr>
            <a:cxnSpLocks/>
          </p:cNvCxnSpPr>
          <p:nvPr/>
        </p:nvCxnSpPr>
        <p:spPr>
          <a:xfrm flipV="1">
            <a:off x="6591302" y="2449878"/>
            <a:ext cx="303451" cy="6591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4A04E7DB-3B4C-9D4A-98DF-CA662ECCB9A6}"/>
              </a:ext>
            </a:extLst>
          </p:cNvPr>
          <p:cNvCxnSpPr>
            <a:cxnSpLocks/>
          </p:cNvCxnSpPr>
          <p:nvPr/>
        </p:nvCxnSpPr>
        <p:spPr>
          <a:xfrm>
            <a:off x="6591302" y="3109055"/>
            <a:ext cx="303451" cy="4113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EB910F70-AB2E-3C41-8EE9-2D7E2737DB10}"/>
              </a:ext>
            </a:extLst>
          </p:cNvPr>
          <p:cNvCxnSpPr>
            <a:cxnSpLocks/>
          </p:cNvCxnSpPr>
          <p:nvPr/>
        </p:nvCxnSpPr>
        <p:spPr>
          <a:xfrm flipV="1">
            <a:off x="6595320" y="3120249"/>
            <a:ext cx="299433" cy="4001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6227F97B-508B-044C-877F-6B9109AE0744}"/>
              </a:ext>
            </a:extLst>
          </p:cNvPr>
          <p:cNvCxnSpPr>
            <a:cxnSpLocks/>
          </p:cNvCxnSpPr>
          <p:nvPr/>
        </p:nvCxnSpPr>
        <p:spPr>
          <a:xfrm flipV="1">
            <a:off x="6595320" y="2449878"/>
            <a:ext cx="299433" cy="10704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332EB409-5A38-7143-9CFE-E661F48AAA83}"/>
              </a:ext>
            </a:extLst>
          </p:cNvPr>
          <p:cNvCxnSpPr>
            <a:cxnSpLocks/>
          </p:cNvCxnSpPr>
          <p:nvPr/>
        </p:nvCxnSpPr>
        <p:spPr>
          <a:xfrm>
            <a:off x="6595320" y="3520360"/>
            <a:ext cx="2994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1" name="Rectangle 330">
            <a:extLst>
              <a:ext uri="{FF2B5EF4-FFF2-40B4-BE49-F238E27FC236}">
                <a16:creationId xmlns:a16="http://schemas.microsoft.com/office/drawing/2014/main" id="{10A788D2-9102-BC4C-8B3E-CB3D40DEBB35}"/>
              </a:ext>
            </a:extLst>
          </p:cNvPr>
          <p:cNvSpPr/>
          <p:nvPr/>
        </p:nvSpPr>
        <p:spPr>
          <a:xfrm>
            <a:off x="7423079" y="3721846"/>
            <a:ext cx="11208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Classifier</a:t>
            </a:r>
          </a:p>
        </p:txBody>
      </p:sp>
      <p:sp>
        <p:nvSpPr>
          <p:cNvPr id="333" name="Rounded Rectangle 332">
            <a:extLst>
              <a:ext uri="{FF2B5EF4-FFF2-40B4-BE49-F238E27FC236}">
                <a16:creationId xmlns:a16="http://schemas.microsoft.com/office/drawing/2014/main" id="{947DB6A5-6660-0F47-98E0-7973FC58D7CE}"/>
              </a:ext>
            </a:extLst>
          </p:cNvPr>
          <p:cNvSpPr/>
          <p:nvPr/>
        </p:nvSpPr>
        <p:spPr>
          <a:xfrm>
            <a:off x="7408958" y="2410034"/>
            <a:ext cx="1149063" cy="1244707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4" name="Straight Arrow Connector 333">
            <a:extLst>
              <a:ext uri="{FF2B5EF4-FFF2-40B4-BE49-F238E27FC236}">
                <a16:creationId xmlns:a16="http://schemas.microsoft.com/office/drawing/2014/main" id="{247174FF-1918-F644-B46C-260DA35D36BE}"/>
              </a:ext>
            </a:extLst>
          </p:cNvPr>
          <p:cNvCxnSpPr>
            <a:cxnSpLocks/>
            <a:stCxn id="76" idx="6"/>
            <a:endCxn id="80" idx="2"/>
          </p:cNvCxnSpPr>
          <p:nvPr/>
        </p:nvCxnSpPr>
        <p:spPr>
          <a:xfrm>
            <a:off x="7823354" y="2615835"/>
            <a:ext cx="295712" cy="1443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21093E76-8C6D-B547-A580-5CF05A6B5C1B}"/>
              </a:ext>
            </a:extLst>
          </p:cNvPr>
          <p:cNvCxnSpPr>
            <a:cxnSpLocks/>
            <a:stCxn id="76" idx="6"/>
            <a:endCxn id="81" idx="2"/>
          </p:cNvCxnSpPr>
          <p:nvPr/>
        </p:nvCxnSpPr>
        <p:spPr>
          <a:xfrm>
            <a:off x="7823354" y="2615835"/>
            <a:ext cx="295712" cy="5444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Arrow Connector 339">
            <a:extLst>
              <a:ext uri="{FF2B5EF4-FFF2-40B4-BE49-F238E27FC236}">
                <a16:creationId xmlns:a16="http://schemas.microsoft.com/office/drawing/2014/main" id="{10A9288F-44DA-0F40-B3EC-D6706AB5BD6A}"/>
              </a:ext>
            </a:extLst>
          </p:cNvPr>
          <p:cNvCxnSpPr>
            <a:cxnSpLocks/>
            <a:endCxn id="81" idx="2"/>
          </p:cNvCxnSpPr>
          <p:nvPr/>
        </p:nvCxnSpPr>
        <p:spPr>
          <a:xfrm>
            <a:off x="7823354" y="2978073"/>
            <a:ext cx="295712" cy="1822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Straight Arrow Connector 343">
            <a:extLst>
              <a:ext uri="{FF2B5EF4-FFF2-40B4-BE49-F238E27FC236}">
                <a16:creationId xmlns:a16="http://schemas.microsoft.com/office/drawing/2014/main" id="{47614ACB-8A4C-1848-8E5C-9C6C6BC1D5F2}"/>
              </a:ext>
            </a:extLst>
          </p:cNvPr>
          <p:cNvCxnSpPr>
            <a:cxnSpLocks/>
            <a:stCxn id="78" idx="6"/>
            <a:endCxn id="81" idx="2"/>
          </p:cNvCxnSpPr>
          <p:nvPr/>
        </p:nvCxnSpPr>
        <p:spPr>
          <a:xfrm flipV="1">
            <a:off x="7823354" y="3160276"/>
            <a:ext cx="295712" cy="1970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Straight Arrow Connector 350">
            <a:extLst>
              <a:ext uri="{FF2B5EF4-FFF2-40B4-BE49-F238E27FC236}">
                <a16:creationId xmlns:a16="http://schemas.microsoft.com/office/drawing/2014/main" id="{6CB6D89F-48BB-8040-BD9A-5E72BE4A3948}"/>
              </a:ext>
            </a:extLst>
          </p:cNvPr>
          <p:cNvCxnSpPr>
            <a:cxnSpLocks/>
            <a:stCxn id="77" idx="6"/>
            <a:endCxn id="80" idx="2"/>
          </p:cNvCxnSpPr>
          <p:nvPr/>
        </p:nvCxnSpPr>
        <p:spPr>
          <a:xfrm flipV="1">
            <a:off x="7823354" y="2760165"/>
            <a:ext cx="295712" cy="1970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5" name="TextBox 354">
            <a:extLst>
              <a:ext uri="{FF2B5EF4-FFF2-40B4-BE49-F238E27FC236}">
                <a16:creationId xmlns:a16="http://schemas.microsoft.com/office/drawing/2014/main" id="{B3A59632-853C-EE4A-BB5A-EDC90D668913}"/>
              </a:ext>
            </a:extLst>
          </p:cNvPr>
          <p:cNvSpPr txBox="1"/>
          <p:nvPr/>
        </p:nvSpPr>
        <p:spPr>
          <a:xfrm>
            <a:off x="9019466" y="2836906"/>
            <a:ext cx="1487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Classification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359" name="Straight Arrow Connector 358">
            <a:extLst>
              <a:ext uri="{FF2B5EF4-FFF2-40B4-BE49-F238E27FC236}">
                <a16:creationId xmlns:a16="http://schemas.microsoft.com/office/drawing/2014/main" id="{3CD0C403-2C33-5B4C-8469-7E7CEDDA617A}"/>
              </a:ext>
            </a:extLst>
          </p:cNvPr>
          <p:cNvCxnSpPr>
            <a:cxnSpLocks/>
          </p:cNvCxnSpPr>
          <p:nvPr/>
        </p:nvCxnSpPr>
        <p:spPr>
          <a:xfrm>
            <a:off x="4500622" y="3030563"/>
            <a:ext cx="40560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Arrow Connector 359">
            <a:extLst>
              <a:ext uri="{FF2B5EF4-FFF2-40B4-BE49-F238E27FC236}">
                <a16:creationId xmlns:a16="http://schemas.microsoft.com/office/drawing/2014/main" id="{BB93E860-6404-424E-8A26-60F843F5C97A}"/>
              </a:ext>
            </a:extLst>
          </p:cNvPr>
          <p:cNvCxnSpPr>
            <a:cxnSpLocks/>
          </p:cNvCxnSpPr>
          <p:nvPr/>
        </p:nvCxnSpPr>
        <p:spPr>
          <a:xfrm>
            <a:off x="8726537" y="3053057"/>
            <a:ext cx="36633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" name="Rectangle 363">
            <a:extLst>
              <a:ext uri="{FF2B5EF4-FFF2-40B4-BE49-F238E27FC236}">
                <a16:creationId xmlns:a16="http://schemas.microsoft.com/office/drawing/2014/main" id="{BF3F728C-D8A4-1C45-9D5B-2419973C1357}"/>
              </a:ext>
            </a:extLst>
          </p:cNvPr>
          <p:cNvSpPr/>
          <p:nvPr/>
        </p:nvSpPr>
        <p:spPr>
          <a:xfrm>
            <a:off x="5898583" y="3681983"/>
            <a:ext cx="9961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RNN, LSTM</a:t>
            </a:r>
          </a:p>
        </p:txBody>
      </p:sp>
      <p:sp>
        <p:nvSpPr>
          <p:cNvPr id="372" name="Rounded Rectangle 371">
            <a:extLst>
              <a:ext uri="{FF2B5EF4-FFF2-40B4-BE49-F238E27FC236}">
                <a16:creationId xmlns:a16="http://schemas.microsoft.com/office/drawing/2014/main" id="{DDBB8BA6-41DD-7D40-854A-81E247502098}"/>
              </a:ext>
            </a:extLst>
          </p:cNvPr>
          <p:cNvSpPr/>
          <p:nvPr/>
        </p:nvSpPr>
        <p:spPr>
          <a:xfrm>
            <a:off x="5047095" y="2276430"/>
            <a:ext cx="2287888" cy="168307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3" name="Straight Arrow Connector 372">
            <a:extLst>
              <a:ext uri="{FF2B5EF4-FFF2-40B4-BE49-F238E27FC236}">
                <a16:creationId xmlns:a16="http://schemas.microsoft.com/office/drawing/2014/main" id="{525C7DFD-52E7-CE4B-9EA5-D01A47C43987}"/>
              </a:ext>
            </a:extLst>
          </p:cNvPr>
          <p:cNvCxnSpPr>
            <a:cxnSpLocks/>
            <a:stCxn id="72" idx="6"/>
            <a:endCxn id="76" idx="2"/>
          </p:cNvCxnSpPr>
          <p:nvPr/>
        </p:nvCxnSpPr>
        <p:spPr>
          <a:xfrm>
            <a:off x="7153716" y="2444594"/>
            <a:ext cx="414396" cy="1712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CE721643-3514-F246-AD05-BCEA8DADFA83}"/>
              </a:ext>
            </a:extLst>
          </p:cNvPr>
          <p:cNvCxnSpPr>
            <a:cxnSpLocks/>
            <a:stCxn id="72" idx="6"/>
            <a:endCxn id="77" idx="2"/>
          </p:cNvCxnSpPr>
          <p:nvPr/>
        </p:nvCxnSpPr>
        <p:spPr>
          <a:xfrm>
            <a:off x="7153716" y="2444594"/>
            <a:ext cx="414396" cy="512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Arrow Connector 378">
            <a:extLst>
              <a:ext uri="{FF2B5EF4-FFF2-40B4-BE49-F238E27FC236}">
                <a16:creationId xmlns:a16="http://schemas.microsoft.com/office/drawing/2014/main" id="{FC129323-1EB5-C445-B3D7-3677729DFCF3}"/>
              </a:ext>
            </a:extLst>
          </p:cNvPr>
          <p:cNvCxnSpPr>
            <a:cxnSpLocks/>
            <a:stCxn id="73" idx="6"/>
            <a:endCxn id="76" idx="2"/>
          </p:cNvCxnSpPr>
          <p:nvPr/>
        </p:nvCxnSpPr>
        <p:spPr>
          <a:xfrm flipV="1">
            <a:off x="7153716" y="2615835"/>
            <a:ext cx="414396" cy="1577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Straight Arrow Connector 381">
            <a:extLst>
              <a:ext uri="{FF2B5EF4-FFF2-40B4-BE49-F238E27FC236}">
                <a16:creationId xmlns:a16="http://schemas.microsoft.com/office/drawing/2014/main" id="{22361721-5B34-3F49-B69D-CC1BFFC61B28}"/>
              </a:ext>
            </a:extLst>
          </p:cNvPr>
          <p:cNvCxnSpPr>
            <a:cxnSpLocks/>
            <a:stCxn id="72" idx="6"/>
            <a:endCxn id="78" idx="2"/>
          </p:cNvCxnSpPr>
          <p:nvPr/>
        </p:nvCxnSpPr>
        <p:spPr>
          <a:xfrm>
            <a:off x="7153716" y="2444594"/>
            <a:ext cx="414396" cy="9127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06CEFFE6-9C7F-9043-AAC6-5AD244B73368}"/>
              </a:ext>
            </a:extLst>
          </p:cNvPr>
          <p:cNvCxnSpPr>
            <a:cxnSpLocks/>
            <a:stCxn id="73" idx="6"/>
            <a:endCxn id="77" idx="2"/>
          </p:cNvCxnSpPr>
          <p:nvPr/>
        </p:nvCxnSpPr>
        <p:spPr>
          <a:xfrm>
            <a:off x="7153716" y="2773556"/>
            <a:ext cx="414396" cy="183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Straight Arrow Connector 389">
            <a:extLst>
              <a:ext uri="{FF2B5EF4-FFF2-40B4-BE49-F238E27FC236}">
                <a16:creationId xmlns:a16="http://schemas.microsoft.com/office/drawing/2014/main" id="{A22BB58A-E934-DE46-B9F0-C1DC3639C5D0}"/>
              </a:ext>
            </a:extLst>
          </p:cNvPr>
          <p:cNvCxnSpPr>
            <a:cxnSpLocks/>
            <a:stCxn id="74" idx="6"/>
            <a:endCxn id="78" idx="2"/>
          </p:cNvCxnSpPr>
          <p:nvPr/>
        </p:nvCxnSpPr>
        <p:spPr>
          <a:xfrm>
            <a:off x="7153716" y="3114965"/>
            <a:ext cx="414396" cy="2423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09535074-B4C2-BD40-AEFA-6E17813B2E1F}"/>
              </a:ext>
            </a:extLst>
          </p:cNvPr>
          <p:cNvCxnSpPr>
            <a:cxnSpLocks/>
            <a:stCxn id="74" idx="6"/>
            <a:endCxn id="77" idx="2"/>
          </p:cNvCxnSpPr>
          <p:nvPr/>
        </p:nvCxnSpPr>
        <p:spPr>
          <a:xfrm flipV="1">
            <a:off x="7153716" y="2957244"/>
            <a:ext cx="414396" cy="1577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Straight Arrow Connector 398">
            <a:extLst>
              <a:ext uri="{FF2B5EF4-FFF2-40B4-BE49-F238E27FC236}">
                <a16:creationId xmlns:a16="http://schemas.microsoft.com/office/drawing/2014/main" id="{0D58AD1B-2E35-6942-BDD8-FF6DF16D8F99}"/>
              </a:ext>
            </a:extLst>
          </p:cNvPr>
          <p:cNvCxnSpPr>
            <a:cxnSpLocks/>
            <a:stCxn id="74" idx="6"/>
            <a:endCxn id="76" idx="1"/>
          </p:cNvCxnSpPr>
          <p:nvPr/>
        </p:nvCxnSpPr>
        <p:spPr>
          <a:xfrm flipV="1">
            <a:off x="7153716" y="2531308"/>
            <a:ext cx="451775" cy="5836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Arrow Connector 401">
            <a:extLst>
              <a:ext uri="{FF2B5EF4-FFF2-40B4-BE49-F238E27FC236}">
                <a16:creationId xmlns:a16="http://schemas.microsoft.com/office/drawing/2014/main" id="{7F51C356-FE79-8848-838F-27E15EA33847}"/>
              </a:ext>
            </a:extLst>
          </p:cNvPr>
          <p:cNvCxnSpPr>
            <a:cxnSpLocks/>
            <a:stCxn id="73" idx="6"/>
            <a:endCxn id="78" idx="2"/>
          </p:cNvCxnSpPr>
          <p:nvPr/>
        </p:nvCxnSpPr>
        <p:spPr>
          <a:xfrm>
            <a:off x="7153716" y="2773556"/>
            <a:ext cx="414396" cy="5837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Straight Arrow Connector 404">
            <a:extLst>
              <a:ext uri="{FF2B5EF4-FFF2-40B4-BE49-F238E27FC236}">
                <a16:creationId xmlns:a16="http://schemas.microsoft.com/office/drawing/2014/main" id="{6360F5C5-93B8-8F41-AACC-66C5FD2374C2}"/>
              </a:ext>
            </a:extLst>
          </p:cNvPr>
          <p:cNvCxnSpPr>
            <a:cxnSpLocks/>
            <a:stCxn id="75" idx="6"/>
            <a:endCxn id="78" idx="2"/>
          </p:cNvCxnSpPr>
          <p:nvPr/>
        </p:nvCxnSpPr>
        <p:spPr>
          <a:xfrm flipV="1">
            <a:off x="7153716" y="3357355"/>
            <a:ext cx="414396" cy="1577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Straight Arrow Connector 407">
            <a:extLst>
              <a:ext uri="{FF2B5EF4-FFF2-40B4-BE49-F238E27FC236}">
                <a16:creationId xmlns:a16="http://schemas.microsoft.com/office/drawing/2014/main" id="{93399BF2-F87C-5749-93C3-A0E2C3EF211B}"/>
              </a:ext>
            </a:extLst>
          </p:cNvPr>
          <p:cNvCxnSpPr>
            <a:cxnSpLocks/>
            <a:stCxn id="75" idx="6"/>
            <a:endCxn id="77" idx="2"/>
          </p:cNvCxnSpPr>
          <p:nvPr/>
        </p:nvCxnSpPr>
        <p:spPr>
          <a:xfrm flipV="1">
            <a:off x="7153716" y="2957244"/>
            <a:ext cx="414396" cy="5578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Arrow Connector 410">
            <a:extLst>
              <a:ext uri="{FF2B5EF4-FFF2-40B4-BE49-F238E27FC236}">
                <a16:creationId xmlns:a16="http://schemas.microsoft.com/office/drawing/2014/main" id="{E240CD8D-DCF9-9C42-A41B-6E6EB76FD8C0}"/>
              </a:ext>
            </a:extLst>
          </p:cNvPr>
          <p:cNvCxnSpPr>
            <a:cxnSpLocks/>
            <a:stCxn id="75" idx="6"/>
            <a:endCxn id="76" idx="2"/>
          </p:cNvCxnSpPr>
          <p:nvPr/>
        </p:nvCxnSpPr>
        <p:spPr>
          <a:xfrm flipV="1">
            <a:off x="7153716" y="2615835"/>
            <a:ext cx="414396" cy="8992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Straight Arrow Connector 414">
            <a:extLst>
              <a:ext uri="{FF2B5EF4-FFF2-40B4-BE49-F238E27FC236}">
                <a16:creationId xmlns:a16="http://schemas.microsoft.com/office/drawing/2014/main" id="{E65F255A-8FFA-0541-AA99-022340374F96}"/>
              </a:ext>
            </a:extLst>
          </p:cNvPr>
          <p:cNvCxnSpPr>
            <a:cxnSpLocks/>
            <a:stCxn id="61" idx="6"/>
            <a:endCxn id="63" idx="2"/>
          </p:cNvCxnSpPr>
          <p:nvPr/>
        </p:nvCxnSpPr>
        <p:spPr>
          <a:xfrm flipV="1">
            <a:off x="5549135" y="2444594"/>
            <a:ext cx="239989" cy="5680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CA7B8978-4A0D-3245-A380-D644838279FD}"/>
              </a:ext>
            </a:extLst>
          </p:cNvPr>
          <p:cNvSpPr/>
          <p:nvPr/>
        </p:nvSpPr>
        <p:spPr>
          <a:xfrm>
            <a:off x="5451930" y="3982614"/>
            <a:ext cx="19089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Language Model</a:t>
            </a:r>
          </a:p>
        </p:txBody>
      </p:sp>
    </p:spTree>
    <p:extLst>
      <p:ext uri="{BB962C8B-B14F-4D97-AF65-F5344CB8AC3E}">
        <p14:creationId xmlns:p14="http://schemas.microsoft.com/office/powerpoint/2010/main" val="19722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A659A-F5B1-4B42-9F11-A2757974A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CB96116-6AE6-5247-915C-452055840123}"/>
              </a:ext>
            </a:extLst>
          </p:cNvPr>
          <p:cNvGrpSpPr/>
          <p:nvPr/>
        </p:nvGrpSpPr>
        <p:grpSpPr>
          <a:xfrm>
            <a:off x="3470572" y="2597947"/>
            <a:ext cx="1291928" cy="1478755"/>
            <a:chOff x="3470572" y="2597947"/>
            <a:chExt cx="1291928" cy="1478755"/>
          </a:xfrm>
        </p:grpSpPr>
        <p:sp>
          <p:nvSpPr>
            <p:cNvPr id="4" name="Folded Corner 3">
              <a:extLst>
                <a:ext uri="{FF2B5EF4-FFF2-40B4-BE49-F238E27FC236}">
                  <a16:creationId xmlns:a16="http://schemas.microsoft.com/office/drawing/2014/main" id="{BCBED70F-B4AD-E146-BB77-3E03070DDFBD}"/>
                </a:ext>
              </a:extLst>
            </p:cNvPr>
            <p:cNvSpPr/>
            <p:nvPr/>
          </p:nvSpPr>
          <p:spPr>
            <a:xfrm rot="16200000">
              <a:off x="3377158" y="2691361"/>
              <a:ext cx="1478755" cy="1291928"/>
            </a:xfrm>
            <a:prstGeom prst="foldedCorne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4B2BE15D-77F1-1D41-877C-210DD1912075}"/>
                </a:ext>
              </a:extLst>
            </p:cNvPr>
            <p:cNvSpPr/>
            <p:nvPr/>
          </p:nvSpPr>
          <p:spPr>
            <a:xfrm>
              <a:off x="3564085" y="2781300"/>
              <a:ext cx="569765" cy="2095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877872FD-5874-4444-AF84-43FDB484D69C}"/>
                </a:ext>
              </a:extLst>
            </p:cNvPr>
            <p:cNvSpPr/>
            <p:nvPr/>
          </p:nvSpPr>
          <p:spPr>
            <a:xfrm>
              <a:off x="4227364" y="2771775"/>
              <a:ext cx="322115" cy="2095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2326292B-3E9C-C94F-9D54-90D6475A8DD2}"/>
                </a:ext>
              </a:extLst>
            </p:cNvPr>
            <p:cNvSpPr/>
            <p:nvPr/>
          </p:nvSpPr>
          <p:spPr>
            <a:xfrm>
              <a:off x="4245548" y="3480956"/>
              <a:ext cx="322115" cy="2095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ECAE5CCC-4EC6-F54C-BEAA-7D1EAAE8C2A4}"/>
                </a:ext>
              </a:extLst>
            </p:cNvPr>
            <p:cNvSpPr/>
            <p:nvPr/>
          </p:nvSpPr>
          <p:spPr>
            <a:xfrm>
              <a:off x="3687909" y="3127176"/>
              <a:ext cx="322115" cy="2095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2B04B384-D4AE-5341-B0BD-A84D71243B39}"/>
                </a:ext>
              </a:extLst>
            </p:cNvPr>
            <p:cNvSpPr/>
            <p:nvPr/>
          </p:nvSpPr>
          <p:spPr>
            <a:xfrm>
              <a:off x="3573177" y="3480956"/>
              <a:ext cx="569765" cy="2095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630EBB51-9A29-4743-B187-1EEEBDFEAB41}"/>
                </a:ext>
              </a:extLst>
            </p:cNvPr>
            <p:cNvSpPr/>
            <p:nvPr/>
          </p:nvSpPr>
          <p:spPr>
            <a:xfrm>
              <a:off x="3542008" y="3805296"/>
              <a:ext cx="292237" cy="2095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157AE14D-1638-304C-8279-0BCC68EA5CB1}"/>
                </a:ext>
              </a:extLst>
            </p:cNvPr>
            <p:cNvSpPr/>
            <p:nvPr/>
          </p:nvSpPr>
          <p:spPr>
            <a:xfrm>
              <a:off x="4089038" y="3127176"/>
              <a:ext cx="156510" cy="2095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E22E8A4-CE18-5045-A5C3-1C8022CBD072}"/>
                </a:ext>
              </a:extLst>
            </p:cNvPr>
            <p:cNvSpPr/>
            <p:nvPr/>
          </p:nvSpPr>
          <p:spPr>
            <a:xfrm>
              <a:off x="4388421" y="3135946"/>
              <a:ext cx="156510" cy="2095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4ED3A6C4-BD40-F84D-8290-BF71BD401A49}"/>
                </a:ext>
              </a:extLst>
            </p:cNvPr>
            <p:cNvSpPr/>
            <p:nvPr/>
          </p:nvSpPr>
          <p:spPr>
            <a:xfrm>
              <a:off x="3953311" y="3789220"/>
              <a:ext cx="292237" cy="2095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D7225388-3F5C-2140-9FF5-B9DF303F2012}"/>
                </a:ext>
              </a:extLst>
            </p:cNvPr>
            <p:cNvSpPr/>
            <p:nvPr/>
          </p:nvSpPr>
          <p:spPr>
            <a:xfrm>
              <a:off x="4378686" y="3803323"/>
              <a:ext cx="292237" cy="2095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BD014FE-35A6-7F42-93B3-470764C61170}"/>
              </a:ext>
            </a:extLst>
          </p:cNvPr>
          <p:cNvGrpSpPr/>
          <p:nvPr/>
        </p:nvGrpSpPr>
        <p:grpSpPr>
          <a:xfrm>
            <a:off x="3232876" y="2741578"/>
            <a:ext cx="1291928" cy="1478755"/>
            <a:chOff x="3470572" y="2597947"/>
            <a:chExt cx="1291928" cy="1478755"/>
          </a:xfrm>
        </p:grpSpPr>
        <p:sp>
          <p:nvSpPr>
            <p:cNvPr id="17" name="Folded Corner 16">
              <a:extLst>
                <a:ext uri="{FF2B5EF4-FFF2-40B4-BE49-F238E27FC236}">
                  <a16:creationId xmlns:a16="http://schemas.microsoft.com/office/drawing/2014/main" id="{2DFC09F8-1C08-6F4A-AFE7-73AF3FE27F77}"/>
                </a:ext>
              </a:extLst>
            </p:cNvPr>
            <p:cNvSpPr/>
            <p:nvPr/>
          </p:nvSpPr>
          <p:spPr>
            <a:xfrm rot="16200000">
              <a:off x="3377158" y="2691361"/>
              <a:ext cx="1478755" cy="1291928"/>
            </a:xfrm>
            <a:prstGeom prst="foldedCorne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DDA5663F-4514-8E4E-AD09-10190E4B5E67}"/>
                </a:ext>
              </a:extLst>
            </p:cNvPr>
            <p:cNvSpPr/>
            <p:nvPr/>
          </p:nvSpPr>
          <p:spPr>
            <a:xfrm>
              <a:off x="3564085" y="2781300"/>
              <a:ext cx="569765" cy="2095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0EA78176-E0BE-A94C-AB89-074C5D760CAD}"/>
                </a:ext>
              </a:extLst>
            </p:cNvPr>
            <p:cNvSpPr/>
            <p:nvPr/>
          </p:nvSpPr>
          <p:spPr>
            <a:xfrm>
              <a:off x="4227364" y="2771775"/>
              <a:ext cx="322115" cy="2095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E1DCEF38-89D4-6F40-BCB8-66EB3EF425FA}"/>
                </a:ext>
              </a:extLst>
            </p:cNvPr>
            <p:cNvSpPr/>
            <p:nvPr/>
          </p:nvSpPr>
          <p:spPr>
            <a:xfrm>
              <a:off x="4245548" y="3480956"/>
              <a:ext cx="322115" cy="2095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832E5764-CCA0-5F4B-BA96-2EE165A22F45}"/>
                </a:ext>
              </a:extLst>
            </p:cNvPr>
            <p:cNvSpPr/>
            <p:nvPr/>
          </p:nvSpPr>
          <p:spPr>
            <a:xfrm>
              <a:off x="3687909" y="3127176"/>
              <a:ext cx="322115" cy="2095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119AB808-62B7-1249-920F-C16AD6D42846}"/>
                </a:ext>
              </a:extLst>
            </p:cNvPr>
            <p:cNvSpPr/>
            <p:nvPr/>
          </p:nvSpPr>
          <p:spPr>
            <a:xfrm>
              <a:off x="3573177" y="3480956"/>
              <a:ext cx="569765" cy="2095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99012569-B6E2-3A4C-B22D-901912113AAC}"/>
                </a:ext>
              </a:extLst>
            </p:cNvPr>
            <p:cNvSpPr/>
            <p:nvPr/>
          </p:nvSpPr>
          <p:spPr>
            <a:xfrm>
              <a:off x="3542008" y="3805296"/>
              <a:ext cx="292237" cy="2095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C49F7891-A573-8048-B17E-12D94A845F26}"/>
                </a:ext>
              </a:extLst>
            </p:cNvPr>
            <p:cNvSpPr/>
            <p:nvPr/>
          </p:nvSpPr>
          <p:spPr>
            <a:xfrm>
              <a:off x="4089038" y="3127176"/>
              <a:ext cx="156510" cy="2095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FB5051CC-EBE7-6B49-A190-84CFF35576B4}"/>
                </a:ext>
              </a:extLst>
            </p:cNvPr>
            <p:cNvSpPr/>
            <p:nvPr/>
          </p:nvSpPr>
          <p:spPr>
            <a:xfrm>
              <a:off x="4388421" y="3135946"/>
              <a:ext cx="156510" cy="2095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EE1DA855-91DE-6E4D-8D58-86C2616899F3}"/>
                </a:ext>
              </a:extLst>
            </p:cNvPr>
            <p:cNvSpPr/>
            <p:nvPr/>
          </p:nvSpPr>
          <p:spPr>
            <a:xfrm>
              <a:off x="3953311" y="3789220"/>
              <a:ext cx="292237" cy="2095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81432A25-BD12-6047-8DAA-27D49CFF8154}"/>
                </a:ext>
              </a:extLst>
            </p:cNvPr>
            <p:cNvSpPr/>
            <p:nvPr/>
          </p:nvSpPr>
          <p:spPr>
            <a:xfrm>
              <a:off x="4378686" y="3803323"/>
              <a:ext cx="292237" cy="2095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067D5FA-CE0A-8549-8F6A-3583313F1724}"/>
              </a:ext>
            </a:extLst>
          </p:cNvPr>
          <p:cNvGrpSpPr/>
          <p:nvPr/>
        </p:nvGrpSpPr>
        <p:grpSpPr>
          <a:xfrm>
            <a:off x="2894843" y="2924932"/>
            <a:ext cx="1291928" cy="1478755"/>
            <a:chOff x="3470572" y="2597947"/>
            <a:chExt cx="1291928" cy="1478755"/>
          </a:xfrm>
        </p:grpSpPr>
        <p:sp>
          <p:nvSpPr>
            <p:cNvPr id="29" name="Folded Corner 28">
              <a:extLst>
                <a:ext uri="{FF2B5EF4-FFF2-40B4-BE49-F238E27FC236}">
                  <a16:creationId xmlns:a16="http://schemas.microsoft.com/office/drawing/2014/main" id="{1F431CF2-1E01-BB4F-9009-C26AD4FB7BBB}"/>
                </a:ext>
              </a:extLst>
            </p:cNvPr>
            <p:cNvSpPr/>
            <p:nvPr/>
          </p:nvSpPr>
          <p:spPr>
            <a:xfrm rot="16200000">
              <a:off x="3377158" y="2691361"/>
              <a:ext cx="1478755" cy="1291928"/>
            </a:xfrm>
            <a:prstGeom prst="foldedCorne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18572941-A03C-B54D-A76B-94BC6E65A5A8}"/>
                </a:ext>
              </a:extLst>
            </p:cNvPr>
            <p:cNvSpPr/>
            <p:nvPr/>
          </p:nvSpPr>
          <p:spPr>
            <a:xfrm>
              <a:off x="3564085" y="2781300"/>
              <a:ext cx="569765" cy="2095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31A81EC8-D87D-5C4B-8E82-5AC3723C07B4}"/>
                </a:ext>
              </a:extLst>
            </p:cNvPr>
            <p:cNvSpPr/>
            <p:nvPr/>
          </p:nvSpPr>
          <p:spPr>
            <a:xfrm>
              <a:off x="4227364" y="2771775"/>
              <a:ext cx="322115" cy="2095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08FCECB5-5F15-524F-9AE5-8D4EE841CDF2}"/>
                </a:ext>
              </a:extLst>
            </p:cNvPr>
            <p:cNvSpPr/>
            <p:nvPr/>
          </p:nvSpPr>
          <p:spPr>
            <a:xfrm>
              <a:off x="4245548" y="3480956"/>
              <a:ext cx="322115" cy="2095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055AFF73-765F-2346-BB75-C4189DF6521A}"/>
                </a:ext>
              </a:extLst>
            </p:cNvPr>
            <p:cNvSpPr/>
            <p:nvPr/>
          </p:nvSpPr>
          <p:spPr>
            <a:xfrm>
              <a:off x="3687909" y="3127176"/>
              <a:ext cx="322115" cy="2095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376739A8-3E78-ED4F-ADCE-188F1AFFC825}"/>
                </a:ext>
              </a:extLst>
            </p:cNvPr>
            <p:cNvSpPr/>
            <p:nvPr/>
          </p:nvSpPr>
          <p:spPr>
            <a:xfrm>
              <a:off x="3573177" y="3480956"/>
              <a:ext cx="569765" cy="2095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3F0CAD5F-D96A-B349-9B33-41037B7B1C58}"/>
                </a:ext>
              </a:extLst>
            </p:cNvPr>
            <p:cNvSpPr/>
            <p:nvPr/>
          </p:nvSpPr>
          <p:spPr>
            <a:xfrm>
              <a:off x="3542008" y="3805296"/>
              <a:ext cx="292237" cy="2095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E7DD1D85-E1F5-0D41-8AB3-6AFCC1D0E994}"/>
                </a:ext>
              </a:extLst>
            </p:cNvPr>
            <p:cNvSpPr/>
            <p:nvPr/>
          </p:nvSpPr>
          <p:spPr>
            <a:xfrm>
              <a:off x="4089038" y="3127176"/>
              <a:ext cx="156510" cy="2095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6F0DD08F-7053-A64B-B6DA-AA3EDBCC55C3}"/>
                </a:ext>
              </a:extLst>
            </p:cNvPr>
            <p:cNvSpPr/>
            <p:nvPr/>
          </p:nvSpPr>
          <p:spPr>
            <a:xfrm>
              <a:off x="4388421" y="3135946"/>
              <a:ext cx="156510" cy="2095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699A5C10-CADE-DB47-9FB8-A3FDB2313114}"/>
                </a:ext>
              </a:extLst>
            </p:cNvPr>
            <p:cNvSpPr/>
            <p:nvPr/>
          </p:nvSpPr>
          <p:spPr>
            <a:xfrm>
              <a:off x="3953311" y="3789220"/>
              <a:ext cx="292237" cy="2095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C7E4048D-F80E-2643-815C-E77FC59A3D4B}"/>
                </a:ext>
              </a:extLst>
            </p:cNvPr>
            <p:cNvSpPr/>
            <p:nvPr/>
          </p:nvSpPr>
          <p:spPr>
            <a:xfrm>
              <a:off x="4378686" y="3803323"/>
              <a:ext cx="292237" cy="20955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349CEB9-15CC-5146-B969-C77F4529E4A1}"/>
              </a:ext>
            </a:extLst>
          </p:cNvPr>
          <p:cNvGrpSpPr/>
          <p:nvPr/>
        </p:nvGrpSpPr>
        <p:grpSpPr>
          <a:xfrm>
            <a:off x="6233096" y="2606118"/>
            <a:ext cx="1310815" cy="1478755"/>
            <a:chOff x="5593016" y="2981325"/>
            <a:chExt cx="1310815" cy="1478755"/>
          </a:xfrm>
        </p:grpSpPr>
        <p:sp>
          <p:nvSpPr>
            <p:cNvPr id="41" name="Folded Corner 40">
              <a:extLst>
                <a:ext uri="{FF2B5EF4-FFF2-40B4-BE49-F238E27FC236}">
                  <a16:creationId xmlns:a16="http://schemas.microsoft.com/office/drawing/2014/main" id="{7332F1EA-040B-394D-8398-04BD4EC66530}"/>
                </a:ext>
              </a:extLst>
            </p:cNvPr>
            <p:cNvSpPr/>
            <p:nvPr/>
          </p:nvSpPr>
          <p:spPr>
            <a:xfrm rot="16200000">
              <a:off x="5499602" y="3074739"/>
              <a:ext cx="1478755" cy="1291928"/>
            </a:xfrm>
            <a:prstGeom prst="foldedCorne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FB517C1-F39C-F84F-8896-B6ED03CE1F8D}"/>
                </a:ext>
              </a:extLst>
            </p:cNvPr>
            <p:cNvSpPr txBox="1"/>
            <p:nvPr/>
          </p:nvSpPr>
          <p:spPr>
            <a:xfrm>
              <a:off x="5695621" y="3059727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123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A3AFD2F-35C0-E346-A6B0-03D5183D4714}"/>
                </a:ext>
              </a:extLst>
            </p:cNvPr>
            <p:cNvSpPr txBox="1"/>
            <p:nvPr/>
          </p:nvSpPr>
          <p:spPr>
            <a:xfrm>
              <a:off x="6059998" y="3069591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45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0FDB1B7-53B5-0145-8048-FCE25E6DED98}"/>
                </a:ext>
              </a:extLst>
            </p:cNvPr>
            <p:cNvSpPr txBox="1"/>
            <p:nvPr/>
          </p:nvSpPr>
          <p:spPr>
            <a:xfrm>
              <a:off x="6358169" y="3076187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189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F78DA8A-9237-8040-8805-B4F29D38E2CA}"/>
                </a:ext>
              </a:extLst>
            </p:cNvPr>
            <p:cNvSpPr txBox="1"/>
            <p:nvPr/>
          </p:nvSpPr>
          <p:spPr>
            <a:xfrm>
              <a:off x="5702556" y="3382439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36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FC7F9C4-6688-CA4D-A0E5-251A5939D33D}"/>
                </a:ext>
              </a:extLst>
            </p:cNvPr>
            <p:cNvSpPr txBox="1"/>
            <p:nvPr/>
          </p:nvSpPr>
          <p:spPr>
            <a:xfrm>
              <a:off x="6020724" y="3384358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133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B3A3DC3-3D66-FD48-8366-724E87A41FF3}"/>
                </a:ext>
              </a:extLst>
            </p:cNvPr>
            <p:cNvSpPr txBox="1"/>
            <p:nvPr/>
          </p:nvSpPr>
          <p:spPr>
            <a:xfrm>
              <a:off x="6438522" y="3373927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12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5FC06CD-6206-854D-BE68-AAD1DB14CF9E}"/>
                </a:ext>
              </a:extLst>
            </p:cNvPr>
            <p:cNvSpPr txBox="1"/>
            <p:nvPr/>
          </p:nvSpPr>
          <p:spPr>
            <a:xfrm>
              <a:off x="5691396" y="3753943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55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B8ADFD3-4727-AB43-9183-2910E2CA85FD}"/>
                </a:ext>
              </a:extLst>
            </p:cNvPr>
            <p:cNvSpPr txBox="1"/>
            <p:nvPr/>
          </p:nvSpPr>
          <p:spPr>
            <a:xfrm>
              <a:off x="6009564" y="3744432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45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4BF9765-4CAC-7E4A-A19F-9F31827A6D69}"/>
                </a:ext>
              </a:extLst>
            </p:cNvPr>
            <p:cNvSpPr txBox="1"/>
            <p:nvPr/>
          </p:nvSpPr>
          <p:spPr>
            <a:xfrm>
              <a:off x="6427362" y="3722571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144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1948E12-E0BC-6D4C-9FF1-26D30210F0F1}"/>
                </a:ext>
              </a:extLst>
            </p:cNvPr>
            <p:cNvSpPr txBox="1"/>
            <p:nvPr/>
          </p:nvSpPr>
          <p:spPr>
            <a:xfrm>
              <a:off x="5703434" y="4077854"/>
              <a:ext cx="4653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143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33BAEF1-509C-EF44-B315-B5B087E71F6E}"/>
                </a:ext>
              </a:extLst>
            </p:cNvPr>
            <p:cNvSpPr txBox="1"/>
            <p:nvPr/>
          </p:nvSpPr>
          <p:spPr>
            <a:xfrm>
              <a:off x="6062532" y="4081559"/>
              <a:ext cx="4653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136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87E9A12-AA7F-024A-A549-4CB8BF44B146}"/>
                </a:ext>
              </a:extLst>
            </p:cNvPr>
            <p:cNvSpPr txBox="1"/>
            <p:nvPr/>
          </p:nvSpPr>
          <p:spPr>
            <a:xfrm>
              <a:off x="6438522" y="4081559"/>
              <a:ext cx="4653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36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3D7A46A-199D-8748-8B4A-B97D9DAFA602}"/>
              </a:ext>
            </a:extLst>
          </p:cNvPr>
          <p:cNvGrpSpPr/>
          <p:nvPr/>
        </p:nvGrpSpPr>
        <p:grpSpPr>
          <a:xfrm>
            <a:off x="6030437" y="2758519"/>
            <a:ext cx="1310815" cy="1478755"/>
            <a:chOff x="5593016" y="2981325"/>
            <a:chExt cx="1310815" cy="1478755"/>
          </a:xfrm>
        </p:grpSpPr>
        <p:sp>
          <p:nvSpPr>
            <p:cNvPr id="66" name="Folded Corner 65">
              <a:extLst>
                <a:ext uri="{FF2B5EF4-FFF2-40B4-BE49-F238E27FC236}">
                  <a16:creationId xmlns:a16="http://schemas.microsoft.com/office/drawing/2014/main" id="{8FD9A368-7252-4A4E-BE89-6FABBB19415C}"/>
                </a:ext>
              </a:extLst>
            </p:cNvPr>
            <p:cNvSpPr/>
            <p:nvPr/>
          </p:nvSpPr>
          <p:spPr>
            <a:xfrm rot="16200000">
              <a:off x="5499602" y="3074739"/>
              <a:ext cx="1478755" cy="1291928"/>
            </a:xfrm>
            <a:prstGeom prst="foldedCorne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2C1D850-3790-514D-B2FF-F35106F9A7D1}"/>
                </a:ext>
              </a:extLst>
            </p:cNvPr>
            <p:cNvSpPr txBox="1"/>
            <p:nvPr/>
          </p:nvSpPr>
          <p:spPr>
            <a:xfrm>
              <a:off x="5695621" y="3059727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123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7D48BE7-DF0C-104A-BB84-ABE36E9EBB33}"/>
                </a:ext>
              </a:extLst>
            </p:cNvPr>
            <p:cNvSpPr txBox="1"/>
            <p:nvPr/>
          </p:nvSpPr>
          <p:spPr>
            <a:xfrm>
              <a:off x="6059998" y="3069591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45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192D61E-FB3B-E547-9C82-5B3DCF7DFFFC}"/>
                </a:ext>
              </a:extLst>
            </p:cNvPr>
            <p:cNvSpPr txBox="1"/>
            <p:nvPr/>
          </p:nvSpPr>
          <p:spPr>
            <a:xfrm>
              <a:off x="6358169" y="3076187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189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9434ABA-D813-ED4A-A99E-09A39031BF46}"/>
                </a:ext>
              </a:extLst>
            </p:cNvPr>
            <p:cNvSpPr txBox="1"/>
            <p:nvPr/>
          </p:nvSpPr>
          <p:spPr>
            <a:xfrm>
              <a:off x="5702556" y="3382439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36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6DDC5B1-092D-2147-9193-C0B59925321C}"/>
                </a:ext>
              </a:extLst>
            </p:cNvPr>
            <p:cNvSpPr txBox="1"/>
            <p:nvPr/>
          </p:nvSpPr>
          <p:spPr>
            <a:xfrm>
              <a:off x="6020724" y="3384358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133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CBDB9B7-FF63-2B4A-8900-7A2E58C0F7CF}"/>
                </a:ext>
              </a:extLst>
            </p:cNvPr>
            <p:cNvSpPr txBox="1"/>
            <p:nvPr/>
          </p:nvSpPr>
          <p:spPr>
            <a:xfrm>
              <a:off x="6438522" y="3373927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12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98A4056-31AC-DB4D-ACED-C4AD76C6622F}"/>
                </a:ext>
              </a:extLst>
            </p:cNvPr>
            <p:cNvSpPr txBox="1"/>
            <p:nvPr/>
          </p:nvSpPr>
          <p:spPr>
            <a:xfrm>
              <a:off x="5691396" y="3753943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55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DDF0F0D-FA69-1E42-BA1F-2A92B477C70C}"/>
                </a:ext>
              </a:extLst>
            </p:cNvPr>
            <p:cNvSpPr txBox="1"/>
            <p:nvPr/>
          </p:nvSpPr>
          <p:spPr>
            <a:xfrm>
              <a:off x="6009564" y="3744432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45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1183556-A392-7440-B680-3CBDCB51B4B3}"/>
                </a:ext>
              </a:extLst>
            </p:cNvPr>
            <p:cNvSpPr txBox="1"/>
            <p:nvPr/>
          </p:nvSpPr>
          <p:spPr>
            <a:xfrm>
              <a:off x="6427362" y="3722571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144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5FCDB60-AFFC-6E44-9D83-34D5507054FB}"/>
                </a:ext>
              </a:extLst>
            </p:cNvPr>
            <p:cNvSpPr txBox="1"/>
            <p:nvPr/>
          </p:nvSpPr>
          <p:spPr>
            <a:xfrm>
              <a:off x="5703434" y="4077854"/>
              <a:ext cx="4653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143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8516397-CC93-A844-977D-4D8ED05C01B4}"/>
                </a:ext>
              </a:extLst>
            </p:cNvPr>
            <p:cNvSpPr txBox="1"/>
            <p:nvPr/>
          </p:nvSpPr>
          <p:spPr>
            <a:xfrm>
              <a:off x="6062532" y="4081559"/>
              <a:ext cx="4653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136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E3B9502-33B7-2746-8B14-CA895BCE6866}"/>
                </a:ext>
              </a:extLst>
            </p:cNvPr>
            <p:cNvSpPr txBox="1"/>
            <p:nvPr/>
          </p:nvSpPr>
          <p:spPr>
            <a:xfrm>
              <a:off x="6438522" y="4081559"/>
              <a:ext cx="4653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36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DFA47CC-A912-7C4E-89D1-14901E5A1171}"/>
              </a:ext>
            </a:extLst>
          </p:cNvPr>
          <p:cNvGrpSpPr/>
          <p:nvPr/>
        </p:nvGrpSpPr>
        <p:grpSpPr>
          <a:xfrm>
            <a:off x="5690393" y="2959898"/>
            <a:ext cx="1310815" cy="1478755"/>
            <a:chOff x="5593016" y="2981325"/>
            <a:chExt cx="1310815" cy="1478755"/>
          </a:xfrm>
        </p:grpSpPr>
        <p:sp>
          <p:nvSpPr>
            <p:cNvPr id="80" name="Folded Corner 79">
              <a:extLst>
                <a:ext uri="{FF2B5EF4-FFF2-40B4-BE49-F238E27FC236}">
                  <a16:creationId xmlns:a16="http://schemas.microsoft.com/office/drawing/2014/main" id="{D6D53006-FDCC-B54D-9B5B-58E3C9EECEAC}"/>
                </a:ext>
              </a:extLst>
            </p:cNvPr>
            <p:cNvSpPr/>
            <p:nvPr/>
          </p:nvSpPr>
          <p:spPr>
            <a:xfrm rot="16200000">
              <a:off x="5499602" y="3074739"/>
              <a:ext cx="1478755" cy="1291928"/>
            </a:xfrm>
            <a:prstGeom prst="foldedCorne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29BCF6C-E416-6B4D-91B2-591510FC9307}"/>
                </a:ext>
              </a:extLst>
            </p:cNvPr>
            <p:cNvSpPr txBox="1"/>
            <p:nvPr/>
          </p:nvSpPr>
          <p:spPr>
            <a:xfrm>
              <a:off x="5695621" y="3059727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123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9D942E2-32CD-C747-88C5-8DC58B89F21C}"/>
                </a:ext>
              </a:extLst>
            </p:cNvPr>
            <p:cNvSpPr txBox="1"/>
            <p:nvPr/>
          </p:nvSpPr>
          <p:spPr>
            <a:xfrm>
              <a:off x="6059998" y="3069591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45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98924F49-E9A0-E14C-911E-E83863252A88}"/>
                </a:ext>
              </a:extLst>
            </p:cNvPr>
            <p:cNvSpPr txBox="1"/>
            <p:nvPr/>
          </p:nvSpPr>
          <p:spPr>
            <a:xfrm>
              <a:off x="6358169" y="3076187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189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8BD3631-9ED6-6543-8871-27EFD63F779B}"/>
                </a:ext>
              </a:extLst>
            </p:cNvPr>
            <p:cNvSpPr txBox="1"/>
            <p:nvPr/>
          </p:nvSpPr>
          <p:spPr>
            <a:xfrm>
              <a:off x="5702556" y="3382439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36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E5479A89-AE45-6446-A8BD-ABB403FB1CAA}"/>
                </a:ext>
              </a:extLst>
            </p:cNvPr>
            <p:cNvSpPr txBox="1"/>
            <p:nvPr/>
          </p:nvSpPr>
          <p:spPr>
            <a:xfrm>
              <a:off x="6020724" y="3384358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133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F069FDC-E0B7-D24D-958A-83DD5539AA29}"/>
                </a:ext>
              </a:extLst>
            </p:cNvPr>
            <p:cNvSpPr txBox="1"/>
            <p:nvPr/>
          </p:nvSpPr>
          <p:spPr>
            <a:xfrm>
              <a:off x="6438522" y="3373927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12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BA3152A-2E86-454F-ACD5-E895FA6EAAFC}"/>
                </a:ext>
              </a:extLst>
            </p:cNvPr>
            <p:cNvSpPr txBox="1"/>
            <p:nvPr/>
          </p:nvSpPr>
          <p:spPr>
            <a:xfrm>
              <a:off x="5691396" y="3753943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55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7BA93F44-9F31-3341-A0E1-F28F145D3E64}"/>
                </a:ext>
              </a:extLst>
            </p:cNvPr>
            <p:cNvSpPr txBox="1"/>
            <p:nvPr/>
          </p:nvSpPr>
          <p:spPr>
            <a:xfrm>
              <a:off x="6009564" y="3744432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45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0F24D014-931C-A74F-84A8-85FF20340356}"/>
                </a:ext>
              </a:extLst>
            </p:cNvPr>
            <p:cNvSpPr txBox="1"/>
            <p:nvPr/>
          </p:nvSpPr>
          <p:spPr>
            <a:xfrm>
              <a:off x="6427362" y="3722571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144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D610217C-B402-034C-97D3-46D134390C63}"/>
                </a:ext>
              </a:extLst>
            </p:cNvPr>
            <p:cNvSpPr txBox="1"/>
            <p:nvPr/>
          </p:nvSpPr>
          <p:spPr>
            <a:xfrm>
              <a:off x="5703434" y="4077854"/>
              <a:ext cx="4653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143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AEFACAE2-AAA9-ED48-BCF8-F545E1FEB0C9}"/>
                </a:ext>
              </a:extLst>
            </p:cNvPr>
            <p:cNvSpPr txBox="1"/>
            <p:nvPr/>
          </p:nvSpPr>
          <p:spPr>
            <a:xfrm>
              <a:off x="6062532" y="4081559"/>
              <a:ext cx="4653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136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E87D374-8174-D841-B23C-C9419E9DC4BC}"/>
                </a:ext>
              </a:extLst>
            </p:cNvPr>
            <p:cNvSpPr txBox="1"/>
            <p:nvPr/>
          </p:nvSpPr>
          <p:spPr>
            <a:xfrm>
              <a:off x="6438522" y="4081559"/>
              <a:ext cx="4653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0078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15253</TotalTime>
  <Words>86</Words>
  <Application>Microsoft Macintosh PowerPoint</Application>
  <PresentationFormat>Widescreen</PresentationFormat>
  <Paragraphs>61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ML Sentiment Classification</vt:lpstr>
      <vt:lpstr>DL Sentiment Classification with LM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Alberto Gutierrez</cp:lastModifiedBy>
  <cp:revision>28</cp:revision>
  <dcterms:created xsi:type="dcterms:W3CDTF">2019-04-08T21:29:46Z</dcterms:created>
  <dcterms:modified xsi:type="dcterms:W3CDTF">2019-10-08T22:36:05Z</dcterms:modified>
</cp:coreProperties>
</file>