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974"/>
    <p:restoredTop sz="94715"/>
  </p:normalViewPr>
  <p:slideViewPr>
    <p:cSldViewPr snapToGrid="0" snapToObjects="1">
      <p:cViewPr varScale="1">
        <p:scale>
          <a:sx n="79" d="100"/>
          <a:sy n="79" d="100"/>
        </p:scale>
        <p:origin x="24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FC2E-D170-3143-9A16-9D1687183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483A3-F783-3448-AB7D-867BC53C1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E598D-0CD2-684C-AC25-E327D28A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45475-B98B-FA4B-8317-69C7028D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A683-B16C-484C-B16A-C5AE701F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5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7773-93DD-AF49-8051-60B89196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C203A-DBB3-7E45-A235-6FB2DCF2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C20B0-39C9-BE45-BAEA-58FC8A37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96E53-4190-414D-B0C1-539730C6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5104-8B90-BF4C-AE7E-2C55C7C4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3FDC-76A5-5045-A445-19015A51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3C241-4505-2448-818E-5C1C0C9CB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22DEE-6AA0-B545-9588-F0D4E432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6A1FF-828A-D344-B7BD-4665CA2B3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28521-61F6-1B41-B476-90A27699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50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521-E38A-E84B-B22B-1B5EC7D0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CCEF6-E206-9B42-A5CB-43977F7FC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6A583-D7FC-E044-A6ED-8B4536132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67E94-6474-1B4D-86E5-F3DC726C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F36B-18B1-E54E-8B88-021E13DD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5AC4D-C787-4542-AC17-917B19BB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3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0E8B5-55F6-2A43-9A30-8C64F2065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71F31-A9AD-C241-9F92-42AB7FCB1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DBB31-105C-0B4C-A3E1-5CC8A6437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F7382-DACF-1A4C-8640-6F2DD5637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8F902-3D3A-FC49-8AFB-6D11FC2E0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B6D162-4C8B-CB44-B63C-C49010118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74C11-2DEC-1A47-AFAD-542DCFCC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37783-B1BC-6245-BE30-39E67A42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94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CC52-9E0E-C24D-8654-A31C3C717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78E36-C595-0B4C-93FC-103A6661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A7AE5-E38F-1941-9194-6334D0B9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03A0A-B990-C146-9342-650C694F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6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1DDDC-0CCE-AC48-A187-16432926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076C4-9048-D841-B1F5-60E4B90F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4A83-86FE-0B4E-9EAF-03ED2FA6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8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95F3-ECC0-7444-BD4E-72737618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DF8A0-9773-6749-81F3-7C892762A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FAEDD-BD25-8B41-832F-530B14AF1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4456E-D56D-7C47-9F8F-6054BC62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68BE0-2318-0C47-8726-8BBD3AAD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5A4B0-D4EB-2542-9FBB-59FFD32C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04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5F11-BE3D-AD42-8FE3-0B80DD80D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F1A4ED-21A2-6944-B74A-7527FE4C5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6CE31-EB0B-5F47-B2AC-124F4C8BA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3A693-846A-5B4D-9A8C-87A75150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914D6-4E18-7441-8900-22EBACC35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980CF-84D1-2E4B-ACA9-C0231728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6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E2C63-4BB6-C545-B935-C83785B2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FCDEBF-B4CD-BD47-A24B-36F38BD94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20E50-69B8-3145-982F-7C14BFBE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53532-993C-3A4A-99F0-C1B9642E0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C9BD5-D5CE-8C44-A702-AD166EB7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6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2CF3C-7C8C-1141-BA74-116E6B2F4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7B059-350E-4D4F-AD58-5AB5AFD93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15DE7-097B-0641-B5D6-B9517147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7B9B5-9011-614F-9910-65604718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C47C1-B2D3-6E4F-8E62-C7228140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6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D68E5-96F4-3444-AF6D-B2F899C27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D7E40-2896-004C-9453-33BD25718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36E67-B2EA-6D4E-905A-E45A68EDD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D35DB-6890-1D44-87B4-6D769C9D397D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D6016-F2E4-9143-ABC9-E235B26F2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ACEC-97B1-1D4F-AEC9-72091B30D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D174E-9099-6240-AC2D-392E4148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5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8BA1289-700D-AB41-B43E-4363ABABB3A3}"/>
              </a:ext>
            </a:extLst>
          </p:cNvPr>
          <p:cNvSpPr/>
          <p:nvPr/>
        </p:nvSpPr>
        <p:spPr>
          <a:xfrm>
            <a:off x="1251021" y="424543"/>
            <a:ext cx="9983035" cy="6241430"/>
          </a:xfrm>
          <a:prstGeom prst="roundRect">
            <a:avLst>
              <a:gd name="adj" fmla="val 904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C17693-FC17-0041-9449-7063479222DB}"/>
              </a:ext>
            </a:extLst>
          </p:cNvPr>
          <p:cNvSpPr/>
          <p:nvPr/>
        </p:nvSpPr>
        <p:spPr>
          <a:xfrm>
            <a:off x="3314805" y="2987958"/>
            <a:ext cx="5380707" cy="12926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DC93BB-B2DD-894F-ACE7-3B8CF414386F}"/>
              </a:ext>
            </a:extLst>
          </p:cNvPr>
          <p:cNvGrpSpPr/>
          <p:nvPr/>
        </p:nvGrpSpPr>
        <p:grpSpPr>
          <a:xfrm>
            <a:off x="1578171" y="1213436"/>
            <a:ext cx="2376377" cy="790224"/>
            <a:chOff x="578034" y="3181881"/>
            <a:chExt cx="2376377" cy="79022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733C29E-1C55-0342-9BA5-D01C78544A0D}"/>
                </a:ext>
              </a:extLst>
            </p:cNvPr>
            <p:cNvSpPr/>
            <p:nvPr/>
          </p:nvSpPr>
          <p:spPr>
            <a:xfrm>
              <a:off x="578034" y="3181881"/>
              <a:ext cx="2376377" cy="790224"/>
            </a:xfrm>
            <a:custGeom>
              <a:avLst/>
              <a:gdLst>
                <a:gd name="connsiteX0" fmla="*/ 0 w 1479261"/>
                <a:gd name="connsiteY0" fmla="*/ 0 h 591704"/>
                <a:gd name="connsiteX1" fmla="*/ 1183409 w 1479261"/>
                <a:gd name="connsiteY1" fmla="*/ 0 h 591704"/>
                <a:gd name="connsiteX2" fmla="*/ 1479261 w 1479261"/>
                <a:gd name="connsiteY2" fmla="*/ 295852 h 591704"/>
                <a:gd name="connsiteX3" fmla="*/ 1183409 w 1479261"/>
                <a:gd name="connsiteY3" fmla="*/ 591704 h 591704"/>
                <a:gd name="connsiteX4" fmla="*/ 0 w 1479261"/>
                <a:gd name="connsiteY4" fmla="*/ 591704 h 591704"/>
                <a:gd name="connsiteX5" fmla="*/ 295852 w 1479261"/>
                <a:gd name="connsiteY5" fmla="*/ 295852 h 591704"/>
                <a:gd name="connsiteX6" fmla="*/ 0 w 1479261"/>
                <a:gd name="connsiteY6" fmla="*/ 0 h 59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261" h="591704">
                  <a:moveTo>
                    <a:pt x="0" y="0"/>
                  </a:moveTo>
                  <a:lnTo>
                    <a:pt x="1183409" y="0"/>
                  </a:lnTo>
                  <a:lnTo>
                    <a:pt x="1479261" y="295852"/>
                  </a:lnTo>
                  <a:lnTo>
                    <a:pt x="1183409" y="591704"/>
                  </a:lnTo>
                  <a:lnTo>
                    <a:pt x="0" y="591704"/>
                  </a:lnTo>
                  <a:lnTo>
                    <a:pt x="295852" y="29585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9858" tIns="14669" rIns="310521" bIns="14669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82FE4B-31DB-834C-94AA-78C75B86BB66}"/>
                </a:ext>
              </a:extLst>
            </p:cNvPr>
            <p:cNvSpPr txBox="1"/>
            <p:nvPr/>
          </p:nvSpPr>
          <p:spPr>
            <a:xfrm>
              <a:off x="1177192" y="3366275"/>
              <a:ext cx="1174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Objective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BB6861-B7DF-824B-8C9B-54DB44962600}"/>
              </a:ext>
            </a:extLst>
          </p:cNvPr>
          <p:cNvGrpSpPr/>
          <p:nvPr/>
        </p:nvGrpSpPr>
        <p:grpSpPr>
          <a:xfrm>
            <a:off x="5993540" y="3197956"/>
            <a:ext cx="2237366" cy="810031"/>
            <a:chOff x="1698827" y="2976414"/>
            <a:chExt cx="2237366" cy="742063"/>
          </a:xfrm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524BA0F-55E3-9248-AD69-4E463D9EEC86}"/>
                </a:ext>
              </a:extLst>
            </p:cNvPr>
            <p:cNvSpPr/>
            <p:nvPr/>
          </p:nvSpPr>
          <p:spPr>
            <a:xfrm rot="10800000">
              <a:off x="1698827" y="2976414"/>
              <a:ext cx="2237366" cy="742063"/>
            </a:xfrm>
            <a:custGeom>
              <a:avLst/>
              <a:gdLst>
                <a:gd name="connsiteX0" fmla="*/ 0 w 1479261"/>
                <a:gd name="connsiteY0" fmla="*/ 0 h 591704"/>
                <a:gd name="connsiteX1" fmla="*/ 1183409 w 1479261"/>
                <a:gd name="connsiteY1" fmla="*/ 0 h 591704"/>
                <a:gd name="connsiteX2" fmla="*/ 1479261 w 1479261"/>
                <a:gd name="connsiteY2" fmla="*/ 295852 h 591704"/>
                <a:gd name="connsiteX3" fmla="*/ 1183409 w 1479261"/>
                <a:gd name="connsiteY3" fmla="*/ 591704 h 591704"/>
                <a:gd name="connsiteX4" fmla="*/ 0 w 1479261"/>
                <a:gd name="connsiteY4" fmla="*/ 591704 h 591704"/>
                <a:gd name="connsiteX5" fmla="*/ 295852 w 1479261"/>
                <a:gd name="connsiteY5" fmla="*/ 295852 h 591704"/>
                <a:gd name="connsiteX6" fmla="*/ 0 w 1479261"/>
                <a:gd name="connsiteY6" fmla="*/ 0 h 59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261" h="591704">
                  <a:moveTo>
                    <a:pt x="0" y="0"/>
                  </a:moveTo>
                  <a:lnTo>
                    <a:pt x="1183409" y="0"/>
                  </a:lnTo>
                  <a:lnTo>
                    <a:pt x="1479261" y="295852"/>
                  </a:lnTo>
                  <a:lnTo>
                    <a:pt x="1183409" y="591704"/>
                  </a:lnTo>
                  <a:lnTo>
                    <a:pt x="0" y="591704"/>
                  </a:lnTo>
                  <a:lnTo>
                    <a:pt x="295852" y="2958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9858" tIns="14669" rIns="310521" bIns="14669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C97821C-51FF-A74F-8D83-67C68E5CAA72}"/>
                </a:ext>
              </a:extLst>
            </p:cNvPr>
            <p:cNvSpPr txBox="1"/>
            <p:nvPr/>
          </p:nvSpPr>
          <p:spPr>
            <a:xfrm>
              <a:off x="2056846" y="3158234"/>
              <a:ext cx="1479261" cy="366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Insights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43B8D6D-4209-9443-A77F-199016BC7945}"/>
              </a:ext>
            </a:extLst>
          </p:cNvPr>
          <p:cNvSpPr txBox="1"/>
          <p:nvPr/>
        </p:nvSpPr>
        <p:spPr>
          <a:xfrm>
            <a:off x="1578171" y="2066898"/>
            <a:ext cx="194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Business objectives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Technical objectives</a:t>
            </a:r>
            <a:endParaRPr lang="en-US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64B956-17BD-9541-BCD1-C113783E7218}"/>
              </a:ext>
            </a:extLst>
          </p:cNvPr>
          <p:cNvSpPr txBox="1"/>
          <p:nvPr/>
        </p:nvSpPr>
        <p:spPr>
          <a:xfrm>
            <a:off x="3922673" y="2029366"/>
            <a:ext cx="15536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Data Collection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Data Cleansing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Data Modeling</a:t>
            </a:r>
            <a:endParaRPr lang="en-US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6FB683-2F8C-5848-8854-E1D398B68FBF}"/>
              </a:ext>
            </a:extLst>
          </p:cNvPr>
          <p:cNvSpPr txBox="1"/>
          <p:nvPr/>
        </p:nvSpPr>
        <p:spPr>
          <a:xfrm>
            <a:off x="8229315" y="2074634"/>
            <a:ext cx="2996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Data Pipeline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Normalization &amp; Standardization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FCFC9D-E185-F34D-AA34-4542D19007AA}"/>
              </a:ext>
            </a:extLst>
          </p:cNvPr>
          <p:cNvSpPr txBox="1"/>
          <p:nvPr/>
        </p:nvSpPr>
        <p:spPr>
          <a:xfrm>
            <a:off x="6248780" y="2078190"/>
            <a:ext cx="1816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Data Analysis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Feature Extraction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B1ED8A-86E3-174B-AB57-B304E591DC8B}"/>
              </a:ext>
            </a:extLst>
          </p:cNvPr>
          <p:cNvSpPr txBox="1"/>
          <p:nvPr/>
        </p:nvSpPr>
        <p:spPr>
          <a:xfrm>
            <a:off x="5035247" y="5326810"/>
            <a:ext cx="27002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Model Scalability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A/B Testing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Integration into Business Application &amp; Processes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3772DE-2FA8-7341-BB71-440E6E2FDF6C}"/>
              </a:ext>
            </a:extLst>
          </p:cNvPr>
          <p:cNvSpPr txBox="1"/>
          <p:nvPr/>
        </p:nvSpPr>
        <p:spPr>
          <a:xfrm>
            <a:off x="3453404" y="3099139"/>
            <a:ext cx="30180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Visualizations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Dashboards &amp; Drill Downs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Reporting and Alerting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Business Decisions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8C64FE-FA0E-A94A-A4EC-EBAE18A35CBA}"/>
              </a:ext>
            </a:extLst>
          </p:cNvPr>
          <p:cNvSpPr txBox="1"/>
          <p:nvPr/>
        </p:nvSpPr>
        <p:spPr>
          <a:xfrm>
            <a:off x="2092843" y="5332302"/>
            <a:ext cx="2083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Model Monitoring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Model Drift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Model improvements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530328-FD17-CD4A-8A2C-9CE96989152B}"/>
              </a:ext>
            </a:extLst>
          </p:cNvPr>
          <p:cNvSpPr txBox="1"/>
          <p:nvPr/>
        </p:nvSpPr>
        <p:spPr>
          <a:xfrm>
            <a:off x="8127910" y="5342534"/>
            <a:ext cx="26928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Feature Selection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Model Training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Model Test</a:t>
            </a:r>
          </a:p>
          <a:p>
            <a:pPr marL="102870" indent="-102870">
              <a:buFont typeface="Arial" panose="020B0604020202020204" pitchFamily="34" charset="0"/>
              <a:buChar char="•"/>
            </a:pPr>
            <a:r>
              <a:rPr lang="en-US" sz="1600" dirty="0"/>
              <a:t>Evaluate model performance</a:t>
            </a:r>
          </a:p>
          <a:p>
            <a:r>
              <a:rPr lang="en-US" sz="1600" dirty="0"/>
              <a:t>  against business objectives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C41068E-2C8D-5345-A467-3C731E2D65B8}"/>
              </a:ext>
            </a:extLst>
          </p:cNvPr>
          <p:cNvGrpSpPr/>
          <p:nvPr/>
        </p:nvGrpSpPr>
        <p:grpSpPr>
          <a:xfrm>
            <a:off x="3700520" y="1218586"/>
            <a:ext cx="2376377" cy="790224"/>
            <a:chOff x="578319" y="3164294"/>
            <a:chExt cx="2376377" cy="790224"/>
          </a:xfrm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71AEBD9D-9B59-5A49-974E-90557D400115}"/>
                </a:ext>
              </a:extLst>
            </p:cNvPr>
            <p:cNvSpPr/>
            <p:nvPr/>
          </p:nvSpPr>
          <p:spPr>
            <a:xfrm>
              <a:off x="578319" y="3164294"/>
              <a:ext cx="2376377" cy="790224"/>
            </a:xfrm>
            <a:custGeom>
              <a:avLst/>
              <a:gdLst>
                <a:gd name="connsiteX0" fmla="*/ 0 w 1479261"/>
                <a:gd name="connsiteY0" fmla="*/ 0 h 591704"/>
                <a:gd name="connsiteX1" fmla="*/ 1183409 w 1479261"/>
                <a:gd name="connsiteY1" fmla="*/ 0 h 591704"/>
                <a:gd name="connsiteX2" fmla="*/ 1479261 w 1479261"/>
                <a:gd name="connsiteY2" fmla="*/ 295852 h 591704"/>
                <a:gd name="connsiteX3" fmla="*/ 1183409 w 1479261"/>
                <a:gd name="connsiteY3" fmla="*/ 591704 h 591704"/>
                <a:gd name="connsiteX4" fmla="*/ 0 w 1479261"/>
                <a:gd name="connsiteY4" fmla="*/ 591704 h 591704"/>
                <a:gd name="connsiteX5" fmla="*/ 295852 w 1479261"/>
                <a:gd name="connsiteY5" fmla="*/ 295852 h 591704"/>
                <a:gd name="connsiteX6" fmla="*/ 0 w 1479261"/>
                <a:gd name="connsiteY6" fmla="*/ 0 h 59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261" h="591704">
                  <a:moveTo>
                    <a:pt x="0" y="0"/>
                  </a:moveTo>
                  <a:lnTo>
                    <a:pt x="1183409" y="0"/>
                  </a:lnTo>
                  <a:lnTo>
                    <a:pt x="1479261" y="295852"/>
                  </a:lnTo>
                  <a:lnTo>
                    <a:pt x="1183409" y="591704"/>
                  </a:lnTo>
                  <a:lnTo>
                    <a:pt x="0" y="591704"/>
                  </a:lnTo>
                  <a:lnTo>
                    <a:pt x="295852" y="29585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9858" tIns="14669" rIns="310521" bIns="14669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2AB1C58-337B-B049-9F40-C9E087489DFB}"/>
                </a:ext>
              </a:extLst>
            </p:cNvPr>
            <p:cNvSpPr txBox="1"/>
            <p:nvPr/>
          </p:nvSpPr>
          <p:spPr>
            <a:xfrm>
              <a:off x="1242880" y="3190887"/>
              <a:ext cx="16284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Data Wrangling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454003D-575F-D04B-9A53-6A736E7F275D}"/>
              </a:ext>
            </a:extLst>
          </p:cNvPr>
          <p:cNvGrpSpPr/>
          <p:nvPr/>
        </p:nvGrpSpPr>
        <p:grpSpPr>
          <a:xfrm>
            <a:off x="5835261" y="1222951"/>
            <a:ext cx="2376377" cy="790224"/>
            <a:chOff x="578319" y="3164294"/>
            <a:chExt cx="2376377" cy="790224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994A2BE-27D1-C549-B409-5BE8F1FF5047}"/>
                </a:ext>
              </a:extLst>
            </p:cNvPr>
            <p:cNvSpPr/>
            <p:nvPr/>
          </p:nvSpPr>
          <p:spPr>
            <a:xfrm>
              <a:off x="578319" y="3164294"/>
              <a:ext cx="2376377" cy="790224"/>
            </a:xfrm>
            <a:custGeom>
              <a:avLst/>
              <a:gdLst>
                <a:gd name="connsiteX0" fmla="*/ 0 w 1479261"/>
                <a:gd name="connsiteY0" fmla="*/ 0 h 591704"/>
                <a:gd name="connsiteX1" fmla="*/ 1183409 w 1479261"/>
                <a:gd name="connsiteY1" fmla="*/ 0 h 591704"/>
                <a:gd name="connsiteX2" fmla="*/ 1479261 w 1479261"/>
                <a:gd name="connsiteY2" fmla="*/ 295852 h 591704"/>
                <a:gd name="connsiteX3" fmla="*/ 1183409 w 1479261"/>
                <a:gd name="connsiteY3" fmla="*/ 591704 h 591704"/>
                <a:gd name="connsiteX4" fmla="*/ 0 w 1479261"/>
                <a:gd name="connsiteY4" fmla="*/ 591704 h 591704"/>
                <a:gd name="connsiteX5" fmla="*/ 295852 w 1479261"/>
                <a:gd name="connsiteY5" fmla="*/ 295852 h 591704"/>
                <a:gd name="connsiteX6" fmla="*/ 0 w 1479261"/>
                <a:gd name="connsiteY6" fmla="*/ 0 h 59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261" h="591704">
                  <a:moveTo>
                    <a:pt x="0" y="0"/>
                  </a:moveTo>
                  <a:lnTo>
                    <a:pt x="1183409" y="0"/>
                  </a:lnTo>
                  <a:lnTo>
                    <a:pt x="1479261" y="295852"/>
                  </a:lnTo>
                  <a:lnTo>
                    <a:pt x="1183409" y="591704"/>
                  </a:lnTo>
                  <a:lnTo>
                    <a:pt x="0" y="591704"/>
                  </a:lnTo>
                  <a:lnTo>
                    <a:pt x="295852" y="29585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9858" tIns="14669" rIns="310521" bIns="14669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01B6B5F-8ABD-A74F-90B8-5302E8899930}"/>
                </a:ext>
              </a:extLst>
            </p:cNvPr>
            <p:cNvSpPr txBox="1"/>
            <p:nvPr/>
          </p:nvSpPr>
          <p:spPr>
            <a:xfrm>
              <a:off x="1094762" y="3208263"/>
              <a:ext cx="16284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Exploratory Data Analysis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878908D-0E37-C34E-93FC-BAFDE8714035}"/>
              </a:ext>
            </a:extLst>
          </p:cNvPr>
          <p:cNvGrpSpPr/>
          <p:nvPr/>
        </p:nvGrpSpPr>
        <p:grpSpPr>
          <a:xfrm>
            <a:off x="7989240" y="1227081"/>
            <a:ext cx="2376377" cy="790224"/>
            <a:chOff x="578319" y="3164294"/>
            <a:chExt cx="2376377" cy="790224"/>
          </a:xfrm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078A7074-55C4-1F48-B337-3FC233F33BC0}"/>
                </a:ext>
              </a:extLst>
            </p:cNvPr>
            <p:cNvSpPr/>
            <p:nvPr/>
          </p:nvSpPr>
          <p:spPr>
            <a:xfrm>
              <a:off x="578319" y="3164294"/>
              <a:ext cx="2376377" cy="790224"/>
            </a:xfrm>
            <a:custGeom>
              <a:avLst/>
              <a:gdLst>
                <a:gd name="connsiteX0" fmla="*/ 0 w 1479261"/>
                <a:gd name="connsiteY0" fmla="*/ 0 h 591704"/>
                <a:gd name="connsiteX1" fmla="*/ 1183409 w 1479261"/>
                <a:gd name="connsiteY1" fmla="*/ 0 h 591704"/>
                <a:gd name="connsiteX2" fmla="*/ 1479261 w 1479261"/>
                <a:gd name="connsiteY2" fmla="*/ 295852 h 591704"/>
                <a:gd name="connsiteX3" fmla="*/ 1183409 w 1479261"/>
                <a:gd name="connsiteY3" fmla="*/ 591704 h 591704"/>
                <a:gd name="connsiteX4" fmla="*/ 0 w 1479261"/>
                <a:gd name="connsiteY4" fmla="*/ 591704 h 591704"/>
                <a:gd name="connsiteX5" fmla="*/ 295852 w 1479261"/>
                <a:gd name="connsiteY5" fmla="*/ 295852 h 591704"/>
                <a:gd name="connsiteX6" fmla="*/ 0 w 1479261"/>
                <a:gd name="connsiteY6" fmla="*/ 0 h 59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261" h="591704">
                  <a:moveTo>
                    <a:pt x="0" y="0"/>
                  </a:moveTo>
                  <a:lnTo>
                    <a:pt x="1183409" y="0"/>
                  </a:lnTo>
                  <a:lnTo>
                    <a:pt x="1479261" y="295852"/>
                  </a:lnTo>
                  <a:lnTo>
                    <a:pt x="1183409" y="591704"/>
                  </a:lnTo>
                  <a:lnTo>
                    <a:pt x="0" y="591704"/>
                  </a:lnTo>
                  <a:lnTo>
                    <a:pt x="295852" y="29585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9858" tIns="14669" rIns="310521" bIns="14669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5EA1AD7-A025-A445-810B-A39DC52795E5}"/>
                </a:ext>
              </a:extLst>
            </p:cNvPr>
            <p:cNvSpPr txBox="1"/>
            <p:nvPr/>
          </p:nvSpPr>
          <p:spPr>
            <a:xfrm>
              <a:off x="1167272" y="3206520"/>
              <a:ext cx="16284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Data Pre-Processing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75A188F-DB8B-9044-808D-7B58A16B7512}"/>
              </a:ext>
            </a:extLst>
          </p:cNvPr>
          <p:cNvGrpSpPr/>
          <p:nvPr/>
        </p:nvGrpSpPr>
        <p:grpSpPr>
          <a:xfrm>
            <a:off x="1579762" y="4518987"/>
            <a:ext cx="2376377" cy="790224"/>
            <a:chOff x="555188" y="3325106"/>
            <a:chExt cx="2376377" cy="790224"/>
          </a:xfrm>
        </p:grpSpPr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80EBF80-27CD-A945-B70A-BC8F2FF66039}"/>
                </a:ext>
              </a:extLst>
            </p:cNvPr>
            <p:cNvSpPr/>
            <p:nvPr/>
          </p:nvSpPr>
          <p:spPr>
            <a:xfrm rot="10800000">
              <a:off x="555188" y="3325106"/>
              <a:ext cx="2376377" cy="790224"/>
            </a:xfrm>
            <a:custGeom>
              <a:avLst/>
              <a:gdLst>
                <a:gd name="connsiteX0" fmla="*/ 0 w 1479261"/>
                <a:gd name="connsiteY0" fmla="*/ 0 h 591704"/>
                <a:gd name="connsiteX1" fmla="*/ 1183409 w 1479261"/>
                <a:gd name="connsiteY1" fmla="*/ 0 h 591704"/>
                <a:gd name="connsiteX2" fmla="*/ 1479261 w 1479261"/>
                <a:gd name="connsiteY2" fmla="*/ 295852 h 591704"/>
                <a:gd name="connsiteX3" fmla="*/ 1183409 w 1479261"/>
                <a:gd name="connsiteY3" fmla="*/ 591704 h 591704"/>
                <a:gd name="connsiteX4" fmla="*/ 0 w 1479261"/>
                <a:gd name="connsiteY4" fmla="*/ 591704 h 591704"/>
                <a:gd name="connsiteX5" fmla="*/ 295852 w 1479261"/>
                <a:gd name="connsiteY5" fmla="*/ 295852 h 591704"/>
                <a:gd name="connsiteX6" fmla="*/ 0 w 1479261"/>
                <a:gd name="connsiteY6" fmla="*/ 0 h 59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261" h="591704">
                  <a:moveTo>
                    <a:pt x="0" y="0"/>
                  </a:moveTo>
                  <a:lnTo>
                    <a:pt x="1183409" y="0"/>
                  </a:lnTo>
                  <a:lnTo>
                    <a:pt x="1479261" y="295852"/>
                  </a:lnTo>
                  <a:lnTo>
                    <a:pt x="1183409" y="591704"/>
                  </a:lnTo>
                  <a:lnTo>
                    <a:pt x="0" y="591704"/>
                  </a:lnTo>
                  <a:lnTo>
                    <a:pt x="295852" y="29585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9858" tIns="14669" rIns="310521" bIns="14669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C1BE75C-7147-9D40-AF95-ADE0DA7AA046}"/>
                </a:ext>
              </a:extLst>
            </p:cNvPr>
            <p:cNvSpPr txBox="1"/>
            <p:nvPr/>
          </p:nvSpPr>
          <p:spPr>
            <a:xfrm>
              <a:off x="1177192" y="3366275"/>
              <a:ext cx="14196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Model Operations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64E9425-A029-D040-8B91-1DD31E6F974D}"/>
              </a:ext>
            </a:extLst>
          </p:cNvPr>
          <p:cNvGrpSpPr/>
          <p:nvPr/>
        </p:nvGrpSpPr>
        <p:grpSpPr>
          <a:xfrm>
            <a:off x="4714813" y="4513807"/>
            <a:ext cx="2376377" cy="790224"/>
            <a:chOff x="555188" y="3325106"/>
            <a:chExt cx="2376377" cy="790224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E163E30B-0422-E944-B683-F9C2430D702F}"/>
                </a:ext>
              </a:extLst>
            </p:cNvPr>
            <p:cNvSpPr/>
            <p:nvPr/>
          </p:nvSpPr>
          <p:spPr>
            <a:xfrm rot="10800000">
              <a:off x="555188" y="3325106"/>
              <a:ext cx="2376377" cy="790224"/>
            </a:xfrm>
            <a:custGeom>
              <a:avLst/>
              <a:gdLst>
                <a:gd name="connsiteX0" fmla="*/ 0 w 1479261"/>
                <a:gd name="connsiteY0" fmla="*/ 0 h 591704"/>
                <a:gd name="connsiteX1" fmla="*/ 1183409 w 1479261"/>
                <a:gd name="connsiteY1" fmla="*/ 0 h 591704"/>
                <a:gd name="connsiteX2" fmla="*/ 1479261 w 1479261"/>
                <a:gd name="connsiteY2" fmla="*/ 295852 h 591704"/>
                <a:gd name="connsiteX3" fmla="*/ 1183409 w 1479261"/>
                <a:gd name="connsiteY3" fmla="*/ 591704 h 591704"/>
                <a:gd name="connsiteX4" fmla="*/ 0 w 1479261"/>
                <a:gd name="connsiteY4" fmla="*/ 591704 h 591704"/>
                <a:gd name="connsiteX5" fmla="*/ 295852 w 1479261"/>
                <a:gd name="connsiteY5" fmla="*/ 295852 h 591704"/>
                <a:gd name="connsiteX6" fmla="*/ 0 w 1479261"/>
                <a:gd name="connsiteY6" fmla="*/ 0 h 59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261" h="591704">
                  <a:moveTo>
                    <a:pt x="0" y="0"/>
                  </a:moveTo>
                  <a:lnTo>
                    <a:pt x="1183409" y="0"/>
                  </a:lnTo>
                  <a:lnTo>
                    <a:pt x="1479261" y="295852"/>
                  </a:lnTo>
                  <a:lnTo>
                    <a:pt x="1183409" y="591704"/>
                  </a:lnTo>
                  <a:lnTo>
                    <a:pt x="0" y="591704"/>
                  </a:lnTo>
                  <a:lnTo>
                    <a:pt x="295852" y="29585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9858" tIns="14669" rIns="310521" bIns="14669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7E5549F-70C1-EE46-9F24-B0CDD5AA69FB}"/>
                </a:ext>
              </a:extLst>
            </p:cNvPr>
            <p:cNvSpPr txBox="1"/>
            <p:nvPr/>
          </p:nvSpPr>
          <p:spPr>
            <a:xfrm>
              <a:off x="947566" y="3355516"/>
              <a:ext cx="186140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Model Deployment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1FF27AA-5890-8642-8175-AF39CAB9439C}"/>
              </a:ext>
            </a:extLst>
          </p:cNvPr>
          <p:cNvGrpSpPr/>
          <p:nvPr/>
        </p:nvGrpSpPr>
        <p:grpSpPr>
          <a:xfrm>
            <a:off x="7735532" y="4518987"/>
            <a:ext cx="2376377" cy="790224"/>
            <a:chOff x="555188" y="3325106"/>
            <a:chExt cx="2376377" cy="790224"/>
          </a:xfrm>
        </p:grpSpPr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E1AB1CD1-8F8E-1349-9424-1D82ECBC89AC}"/>
                </a:ext>
              </a:extLst>
            </p:cNvPr>
            <p:cNvSpPr/>
            <p:nvPr/>
          </p:nvSpPr>
          <p:spPr>
            <a:xfrm rot="10800000">
              <a:off x="555188" y="3325106"/>
              <a:ext cx="2376377" cy="790224"/>
            </a:xfrm>
            <a:custGeom>
              <a:avLst/>
              <a:gdLst>
                <a:gd name="connsiteX0" fmla="*/ 0 w 1479261"/>
                <a:gd name="connsiteY0" fmla="*/ 0 h 591704"/>
                <a:gd name="connsiteX1" fmla="*/ 1183409 w 1479261"/>
                <a:gd name="connsiteY1" fmla="*/ 0 h 591704"/>
                <a:gd name="connsiteX2" fmla="*/ 1479261 w 1479261"/>
                <a:gd name="connsiteY2" fmla="*/ 295852 h 591704"/>
                <a:gd name="connsiteX3" fmla="*/ 1183409 w 1479261"/>
                <a:gd name="connsiteY3" fmla="*/ 591704 h 591704"/>
                <a:gd name="connsiteX4" fmla="*/ 0 w 1479261"/>
                <a:gd name="connsiteY4" fmla="*/ 591704 h 591704"/>
                <a:gd name="connsiteX5" fmla="*/ 295852 w 1479261"/>
                <a:gd name="connsiteY5" fmla="*/ 295852 h 591704"/>
                <a:gd name="connsiteX6" fmla="*/ 0 w 1479261"/>
                <a:gd name="connsiteY6" fmla="*/ 0 h 59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261" h="591704">
                  <a:moveTo>
                    <a:pt x="0" y="0"/>
                  </a:moveTo>
                  <a:lnTo>
                    <a:pt x="1183409" y="0"/>
                  </a:lnTo>
                  <a:lnTo>
                    <a:pt x="1479261" y="295852"/>
                  </a:lnTo>
                  <a:lnTo>
                    <a:pt x="1183409" y="591704"/>
                  </a:lnTo>
                  <a:lnTo>
                    <a:pt x="0" y="591704"/>
                  </a:lnTo>
                  <a:lnTo>
                    <a:pt x="295852" y="29585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9858" tIns="14669" rIns="310521" bIns="14669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9135D3F-7A2F-7D4E-822E-D10704726F3E}"/>
                </a:ext>
              </a:extLst>
            </p:cNvPr>
            <p:cNvSpPr txBox="1"/>
            <p:nvPr/>
          </p:nvSpPr>
          <p:spPr>
            <a:xfrm>
              <a:off x="947566" y="3355516"/>
              <a:ext cx="186140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Model Development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9C51D52-B83C-C346-BA1A-E3C9C389DD8A}"/>
              </a:ext>
            </a:extLst>
          </p:cNvPr>
          <p:cNvSpPr txBox="1"/>
          <p:nvPr/>
        </p:nvSpPr>
        <p:spPr>
          <a:xfrm>
            <a:off x="3351753" y="453911"/>
            <a:ext cx="5342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Data Science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653157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3990</TotalTime>
  <Words>79</Words>
  <Application>Microsoft Macintosh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Alberto Gutierrez</dc:creator>
  <cp:lastModifiedBy>Alberto Gutierrez</cp:lastModifiedBy>
  <cp:revision>14</cp:revision>
  <dcterms:created xsi:type="dcterms:W3CDTF">2020-10-16T22:17:24Z</dcterms:created>
  <dcterms:modified xsi:type="dcterms:W3CDTF">2020-10-19T16:49:41Z</dcterms:modified>
</cp:coreProperties>
</file>