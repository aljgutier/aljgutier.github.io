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270"/>
    <p:restoredTop sz="94694"/>
  </p:normalViewPr>
  <p:slideViewPr>
    <p:cSldViewPr snapToGrid="0" snapToObjects="1">
      <p:cViewPr varScale="1">
        <p:scale>
          <a:sx n="81" d="100"/>
          <a:sy n="81" d="100"/>
        </p:scale>
        <p:origin x="208" y="7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71B6-9AE7-9C4D-A5E3-56126DB66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BA471-46D1-814E-B0E9-EF904EE40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1D86A-B8D6-C641-96C7-F08B3D2F6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5/20/19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615CC-FB13-AC44-B938-ED42C682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1EA54-30E8-9B45-BB90-8BBECC12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6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4F2A1-9885-BA42-9BC6-76DE0078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FB0A-03B1-0A4A-87E4-C85C4EC22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C6865-B7AE-6541-AFC5-D6685FC8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5/20/19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AC51C-51ED-4744-98A9-B766201E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0F7E0-C79F-9543-BC45-2087382E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9A9B-48E4-F64A-932B-39E740404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8B549-5049-EB4A-B924-7D4C0B331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80B1C-7AE5-4544-9AB2-DC078915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5/20/19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81872-749F-C54A-87EF-C55419054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260D2-4ABA-F24D-A1F4-A684FE4C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6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1755-0635-2441-AE50-F0928683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8161C-6596-CE4C-B5A8-1963FE0DE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B4B44-4924-314D-957E-007D27C8D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AA703-D738-134E-9C76-6B50212B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5/20/19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B5711-46FD-0E43-9326-516C037CA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027-25B7-224C-8109-DB572405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7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1704-95F6-E942-BC87-D0D226C3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D668E-408A-984D-978F-3EBB5F853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4035D-CEC0-0D4C-ABE9-A6178FDB5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BBBE7-6FFA-4A42-B492-03B303BB9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A602C-DDC0-DF4C-AD22-1FEB11A6E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4FE13E-3DF5-C648-9D50-4761A8E8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5/20/19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1D7240-4418-0448-80CF-2E8649927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D0864-190F-2448-8BAB-7E7F81F8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34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5232-7B7E-AE48-8EF6-AC9FE23C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6EC58-42E1-EB4E-B98B-C4B4AFE1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5/20/19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E7784-B801-1642-9553-BCEE21C44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C18DA-DEE6-F34B-92B2-30C4B682A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7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14C0F2-978F-C14C-A20B-631AF6D3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5/20/19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E170F-EA48-994F-B3DC-6978B6E7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B6256-783B-4D43-AD8A-3C7D23CC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7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32BA-9414-464F-8F5C-9A850395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EE298-77DC-2A4D-BD14-1ACAA24AD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DE119-62FC-AD46-BCDD-F5D9E5CF8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D0D87-6A97-7C49-9330-E66FC600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5/20/19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3CBAB-77AB-3744-8B33-0982DAA7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E9F88-740D-CB48-91FB-08443DD8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9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6107-B2CC-7D42-BD8C-A1184D0A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93058D-2148-1E45-A7CF-7AD28A6E4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050EB-7F44-594D-B44B-76E4ECC78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4E724-8A43-BA4E-B84D-4DAE5B05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5/20/19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7D8B9-A52C-B04F-8856-4F817CC2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613EB-04D2-1D4B-BCA7-DFFD9A50B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3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C7D2-A17A-8648-B7F6-646EB11C1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8E22C-982B-DF42-9B9F-091BEA7DA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A97EA-ABFC-4041-8E77-CC4B4122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5/20/19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A953F-0675-A64A-8412-C957AB8D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83441-374B-B54A-9424-6020AED8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8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459FAA-81EE-B840-B639-BBD553D72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2F55D-EF77-A343-B687-A42FB6289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C162A-EF79-0240-9879-6FB0C32CF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5/20/19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F3CD1-B2C2-1842-B3F6-F1163B33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5F12B-C13E-574E-B00D-951E08DC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7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D87D2-C77A-FB46-A539-42742104B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A9ADC-C0F9-734C-B2CB-31B0DC6E9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861C-C059-224E-B07B-B366AEB2A6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AF76E-B435-2B4B-8D7A-087C4ACB3CFA}" type="datetimeFigureOut">
              <a:rPr lang="en-US" smtClean="0"/>
              <a:t>5/20/19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9CBF5-C08A-9E40-A146-DA6C09734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70502-0D9F-3E42-83D9-040BFF738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9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B3F6-DBA8-6441-A165-9E502C396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448" y="40442"/>
            <a:ext cx="11400164" cy="1325563"/>
          </a:xfrm>
        </p:spPr>
        <p:txBody>
          <a:bodyPr/>
          <a:lstStyle/>
          <a:p>
            <a:r>
              <a:rPr lang="en-US" dirty="0"/>
              <a:t>Data Processing and Machine Learning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762E9-1A7D-FB41-91CC-CDD5310D5475}"/>
              </a:ext>
            </a:extLst>
          </p:cNvPr>
          <p:cNvSpPr txBox="1"/>
          <p:nvPr/>
        </p:nvSpPr>
        <p:spPr>
          <a:xfrm>
            <a:off x="2391546" y="2244732"/>
            <a:ext cx="1603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Pre-process</a:t>
            </a:r>
          </a:p>
          <a:p>
            <a:pPr algn="ctr"/>
            <a:r>
              <a:rPr lang="en-US" sz="1400" dirty="0"/>
              <a:t>(clean &amp; transform)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E174AB-D4CE-4A49-B898-5A52DD3507EB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966736" y="2511830"/>
            <a:ext cx="705012" cy="72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543002C2-AC90-2E42-A1AF-53322C4F71BC}"/>
              </a:ext>
            </a:extLst>
          </p:cNvPr>
          <p:cNvSpPr/>
          <p:nvPr/>
        </p:nvSpPr>
        <p:spPr>
          <a:xfrm>
            <a:off x="1026608" y="2487626"/>
            <a:ext cx="5950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X’</a:t>
            </a:r>
          </a:p>
          <a:p>
            <a:r>
              <a:rPr lang="en-US" dirty="0"/>
              <a:t>t &lt; 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BB82A17-6EBD-9347-B45F-4D4925A86548}"/>
              </a:ext>
            </a:extLst>
          </p:cNvPr>
          <p:cNvSpPr txBox="1"/>
          <p:nvPr/>
        </p:nvSpPr>
        <p:spPr>
          <a:xfrm>
            <a:off x="861904" y="2149072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AD7442-62BF-8740-B5B2-AF007E2BEEE8}"/>
              </a:ext>
            </a:extLst>
          </p:cNvPr>
          <p:cNvSpPr/>
          <p:nvPr/>
        </p:nvSpPr>
        <p:spPr>
          <a:xfrm>
            <a:off x="2362899" y="2116045"/>
            <a:ext cx="1603837" cy="791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E57B6F-3B9A-6F4A-ACC6-489110A656F5}"/>
              </a:ext>
            </a:extLst>
          </p:cNvPr>
          <p:cNvGrpSpPr/>
          <p:nvPr/>
        </p:nvGrpSpPr>
        <p:grpSpPr>
          <a:xfrm>
            <a:off x="4704746" y="1940156"/>
            <a:ext cx="1698009" cy="1108033"/>
            <a:chOff x="3754587" y="1478953"/>
            <a:chExt cx="1646760" cy="101729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6031F3-93C5-9B41-B6BA-80C482EEDD4B}"/>
                </a:ext>
              </a:extLst>
            </p:cNvPr>
            <p:cNvSpPr/>
            <p:nvPr/>
          </p:nvSpPr>
          <p:spPr>
            <a:xfrm>
              <a:off x="3754587" y="1478953"/>
              <a:ext cx="1646760" cy="10172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08AA532-006A-1948-AB46-F903FFE1DCBE}"/>
                </a:ext>
              </a:extLst>
            </p:cNvPr>
            <p:cNvSpPr txBox="1"/>
            <p:nvPr/>
          </p:nvSpPr>
          <p:spPr>
            <a:xfrm>
              <a:off x="3957571" y="1572945"/>
              <a:ext cx="1255201" cy="847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Prepare for </a:t>
              </a:r>
            </a:p>
            <a:p>
              <a:pPr algn="ctr"/>
              <a:r>
                <a:rPr lang="en-US" dirty="0"/>
                <a:t>ML and </a:t>
              </a:r>
            </a:p>
            <a:p>
              <a:pPr algn="ctr"/>
              <a:r>
                <a:rPr lang="en-US" dirty="0"/>
                <a:t>Prediction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AE075A-40E4-8545-82C5-C3BF5FDF11AA}"/>
              </a:ext>
            </a:extLst>
          </p:cNvPr>
          <p:cNvGrpSpPr/>
          <p:nvPr/>
        </p:nvGrpSpPr>
        <p:grpSpPr>
          <a:xfrm>
            <a:off x="8489657" y="1909606"/>
            <a:ext cx="1381008" cy="1145570"/>
            <a:chOff x="5729044" y="1540296"/>
            <a:chExt cx="1381008" cy="114557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FBB06A-9BE5-2143-8553-4D32ABD32F70}"/>
                </a:ext>
              </a:extLst>
            </p:cNvPr>
            <p:cNvSpPr txBox="1"/>
            <p:nvPr/>
          </p:nvSpPr>
          <p:spPr>
            <a:xfrm>
              <a:off x="5854003" y="1700190"/>
              <a:ext cx="125604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Forecasting</a:t>
              </a:r>
            </a:p>
            <a:p>
              <a:r>
                <a:rPr lang="en-US" dirty="0"/>
                <a:t> Model</a:t>
              </a:r>
            </a:p>
            <a:p>
              <a:r>
                <a:rPr lang="en-US" dirty="0"/>
                <a:t>    f(X)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4DA9DC-BE8E-A24F-ADEE-F637BFAD787F}"/>
                </a:ext>
              </a:extLst>
            </p:cNvPr>
            <p:cNvSpPr/>
            <p:nvPr/>
          </p:nvSpPr>
          <p:spPr>
            <a:xfrm>
              <a:off x="5729044" y="1540296"/>
              <a:ext cx="1351128" cy="114557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25F75BC-6D9C-8C4C-8947-45501CBB26DA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6402755" y="2482391"/>
            <a:ext cx="2086902" cy="117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BC6C4C-F564-B54A-986A-FE04C4944CFE}"/>
              </a:ext>
            </a:extLst>
          </p:cNvPr>
          <p:cNvCxnSpPr>
            <a:cxnSpLocks/>
          </p:cNvCxnSpPr>
          <p:nvPr/>
        </p:nvCxnSpPr>
        <p:spPr>
          <a:xfrm>
            <a:off x="1574796" y="2519092"/>
            <a:ext cx="7810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B1F5E8E-822F-2640-B7C7-F18C7ED5F1CC}"/>
              </a:ext>
            </a:extLst>
          </p:cNvPr>
          <p:cNvCxnSpPr>
            <a:cxnSpLocks/>
          </p:cNvCxnSpPr>
          <p:nvPr/>
        </p:nvCxnSpPr>
        <p:spPr>
          <a:xfrm>
            <a:off x="9840785" y="2475635"/>
            <a:ext cx="7810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EDC3DA9-003A-6846-8151-CAB1F2B21983}"/>
              </a:ext>
            </a:extLst>
          </p:cNvPr>
          <p:cNvGrpSpPr/>
          <p:nvPr/>
        </p:nvGrpSpPr>
        <p:grpSpPr>
          <a:xfrm>
            <a:off x="10347536" y="2539499"/>
            <a:ext cx="548548" cy="716075"/>
            <a:chOff x="10048991" y="2196648"/>
            <a:chExt cx="548548" cy="716075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0941C64-DA3F-724C-8741-DD8A4381A04B}"/>
                </a:ext>
              </a:extLst>
            </p:cNvPr>
            <p:cNvSpPr/>
            <p:nvPr/>
          </p:nvSpPr>
          <p:spPr>
            <a:xfrm>
              <a:off x="10048991" y="2297170"/>
              <a:ext cx="548548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y</a:t>
              </a:r>
            </a:p>
            <a:p>
              <a:r>
                <a:rPr lang="en-US" sz="1600" dirty="0"/>
                <a:t>t ≥ T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8402259-DD66-A24A-9F54-A7059FEC4557}"/>
                </a:ext>
              </a:extLst>
            </p:cNvPr>
            <p:cNvSpPr/>
            <p:nvPr/>
          </p:nvSpPr>
          <p:spPr>
            <a:xfrm>
              <a:off x="10048991" y="219664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^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B9AD5656-DCEF-9D4D-9982-AF91645A7D0F}"/>
              </a:ext>
            </a:extLst>
          </p:cNvPr>
          <p:cNvSpPr/>
          <p:nvPr/>
        </p:nvSpPr>
        <p:spPr>
          <a:xfrm>
            <a:off x="6612144" y="2707905"/>
            <a:ext cx="1754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 = (x1, x2, … xn)</a:t>
            </a:r>
          </a:p>
        </p:txBody>
      </p:sp>
    </p:spTree>
    <p:extLst>
      <p:ext uri="{BB962C8B-B14F-4D97-AF65-F5344CB8AC3E}">
        <p14:creationId xmlns:p14="http://schemas.microsoft.com/office/powerpoint/2010/main" val="227456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F33B5E-7900-6247-9471-CC1E9B4F27D8}"/>
              </a:ext>
            </a:extLst>
          </p:cNvPr>
          <p:cNvSpPr/>
          <p:nvPr/>
        </p:nvSpPr>
        <p:spPr>
          <a:xfrm>
            <a:off x="489679" y="2680897"/>
            <a:ext cx="192232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X = (x1, x2, …  )</a:t>
            </a:r>
          </a:p>
          <a:p>
            <a:r>
              <a:rPr lang="en-US" sz="2000" dirty="0"/>
              <a:t>   = (cvs … cats 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0EBED1-0D7B-1742-B4F1-D1AC44B09C0A}"/>
              </a:ext>
            </a:extLst>
          </p:cNvPr>
          <p:cNvSpPr/>
          <p:nvPr/>
        </p:nvSpPr>
        <p:spPr>
          <a:xfrm>
            <a:off x="5403240" y="1903657"/>
            <a:ext cx="525780" cy="777240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6C558E-80BB-0D4A-8872-70D5825EC68F}"/>
              </a:ext>
            </a:extLst>
          </p:cNvPr>
          <p:cNvSpPr/>
          <p:nvPr/>
        </p:nvSpPr>
        <p:spPr>
          <a:xfrm>
            <a:off x="3344364" y="1855834"/>
            <a:ext cx="6290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cat1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824F7C-878C-1048-9CCA-6EDC00FB848D}"/>
              </a:ext>
            </a:extLst>
          </p:cNvPr>
          <p:cNvSpPr/>
          <p:nvPr/>
        </p:nvSpPr>
        <p:spPr>
          <a:xfrm>
            <a:off x="4331947" y="2948471"/>
            <a:ext cx="1594446" cy="1325563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94655-6308-E94E-ADAD-B7830A425BA8}"/>
              </a:ext>
            </a:extLst>
          </p:cNvPr>
          <p:cNvSpPr/>
          <p:nvPr/>
        </p:nvSpPr>
        <p:spPr>
          <a:xfrm>
            <a:off x="3328152" y="3159519"/>
            <a:ext cx="6290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cat2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B1476C-2FE4-6D44-93B6-21A411AB298E}"/>
              </a:ext>
            </a:extLst>
          </p:cNvPr>
          <p:cNvSpPr/>
          <p:nvPr/>
        </p:nvSpPr>
        <p:spPr>
          <a:xfrm>
            <a:off x="5516052" y="5034751"/>
            <a:ext cx="387140" cy="509905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A26BD9-D859-394F-BA46-A9F610F1C92B}"/>
              </a:ext>
            </a:extLst>
          </p:cNvPr>
          <p:cNvSpPr/>
          <p:nvPr/>
        </p:nvSpPr>
        <p:spPr>
          <a:xfrm>
            <a:off x="3342667" y="4925929"/>
            <a:ext cx="6941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catK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7DB9F6-43DC-9243-8D41-FE0A0308A0DF}"/>
              </a:ext>
            </a:extLst>
          </p:cNvPr>
          <p:cNvSpPr/>
          <p:nvPr/>
        </p:nvSpPr>
        <p:spPr>
          <a:xfrm>
            <a:off x="5514557" y="4414103"/>
            <a:ext cx="261610" cy="5262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80"/>
              </a:lnSpc>
            </a:pPr>
            <a:r>
              <a:rPr lang="en-US" sz="2400" dirty="0"/>
              <a:t>.</a:t>
            </a:r>
          </a:p>
          <a:p>
            <a:pPr>
              <a:lnSpc>
                <a:spcPts val="980"/>
              </a:lnSpc>
            </a:pPr>
            <a:r>
              <a:rPr lang="en-US" sz="2400" dirty="0"/>
              <a:t>.</a:t>
            </a:r>
          </a:p>
          <a:p>
            <a:pPr>
              <a:lnSpc>
                <a:spcPts val="980"/>
              </a:lnSpc>
            </a:pPr>
            <a:r>
              <a:rPr lang="en-US" sz="2400" dirty="0"/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02AB81-C787-144E-B93B-38B93AC1C5BF}"/>
              </a:ext>
            </a:extLst>
          </p:cNvPr>
          <p:cNvCxnSpPr>
            <a:cxnSpLocks/>
          </p:cNvCxnSpPr>
          <p:nvPr/>
        </p:nvCxnSpPr>
        <p:spPr>
          <a:xfrm>
            <a:off x="4001518" y="2280006"/>
            <a:ext cx="13777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01725E-DCB2-C441-83C7-BEE0BA94334C}"/>
              </a:ext>
            </a:extLst>
          </p:cNvPr>
          <p:cNvCxnSpPr>
            <a:cxnSpLocks/>
          </p:cNvCxnSpPr>
          <p:nvPr/>
        </p:nvCxnSpPr>
        <p:spPr>
          <a:xfrm>
            <a:off x="3959082" y="3532902"/>
            <a:ext cx="34544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CA04AC-9BB5-DE4D-AC3A-922729179D35}"/>
              </a:ext>
            </a:extLst>
          </p:cNvPr>
          <p:cNvCxnSpPr>
            <a:cxnSpLocks/>
          </p:cNvCxnSpPr>
          <p:nvPr/>
        </p:nvCxnSpPr>
        <p:spPr>
          <a:xfrm flipV="1">
            <a:off x="4001286" y="5277449"/>
            <a:ext cx="1491714" cy="122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F810B5-9423-D947-91A5-E954C5B42A59}"/>
              </a:ext>
            </a:extLst>
          </p:cNvPr>
          <p:cNvCxnSpPr>
            <a:cxnSpLocks/>
          </p:cNvCxnSpPr>
          <p:nvPr/>
        </p:nvCxnSpPr>
        <p:spPr>
          <a:xfrm>
            <a:off x="5901762" y="2315137"/>
            <a:ext cx="3314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154EBD3-1175-A842-AE98-A8B66A3D093F}"/>
              </a:ext>
            </a:extLst>
          </p:cNvPr>
          <p:cNvCxnSpPr>
            <a:cxnSpLocks/>
          </p:cNvCxnSpPr>
          <p:nvPr/>
        </p:nvCxnSpPr>
        <p:spPr>
          <a:xfrm>
            <a:off x="5920075" y="3506002"/>
            <a:ext cx="3314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4520A4D-D35B-3E4D-A5C2-8935C7855EDD}"/>
              </a:ext>
            </a:extLst>
          </p:cNvPr>
          <p:cNvCxnSpPr>
            <a:cxnSpLocks/>
          </p:cNvCxnSpPr>
          <p:nvPr/>
        </p:nvCxnSpPr>
        <p:spPr>
          <a:xfrm>
            <a:off x="5861866" y="5277449"/>
            <a:ext cx="3314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F1A67B33-95AD-AA4A-9E1B-64477E92B04F}"/>
              </a:ext>
            </a:extLst>
          </p:cNvPr>
          <p:cNvSpPr/>
          <p:nvPr/>
        </p:nvSpPr>
        <p:spPr>
          <a:xfrm>
            <a:off x="406631" y="5981519"/>
            <a:ext cx="19048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(Input Variables)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820CBE2-A2AC-4B46-9841-64A9F8B3ACA9}"/>
              </a:ext>
            </a:extLst>
          </p:cNvPr>
          <p:cNvSpPr/>
          <p:nvPr/>
        </p:nvSpPr>
        <p:spPr>
          <a:xfrm>
            <a:off x="8358410" y="3443417"/>
            <a:ext cx="406132" cy="400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EA326FD-72D1-974B-A12F-2A0FFCA29046}"/>
              </a:ext>
            </a:extLst>
          </p:cNvPr>
          <p:cNvSpPr/>
          <p:nvPr/>
        </p:nvSpPr>
        <p:spPr>
          <a:xfrm>
            <a:off x="8358410" y="4037465"/>
            <a:ext cx="406132" cy="41134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5CFA7DC-859C-E34D-B7D1-ADB8365DF269}"/>
              </a:ext>
            </a:extLst>
          </p:cNvPr>
          <p:cNvSpPr/>
          <p:nvPr/>
        </p:nvSpPr>
        <p:spPr>
          <a:xfrm>
            <a:off x="8358410" y="4706852"/>
            <a:ext cx="406132" cy="41134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FDCA01E-7B48-5349-A1BE-DE05AE7C05DA}"/>
              </a:ext>
            </a:extLst>
          </p:cNvPr>
          <p:cNvSpPr/>
          <p:nvPr/>
        </p:nvSpPr>
        <p:spPr>
          <a:xfrm>
            <a:off x="9478010" y="2495086"/>
            <a:ext cx="406131" cy="4350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C7F7DA9-3455-2245-919D-9EBE07CEEA15}"/>
              </a:ext>
            </a:extLst>
          </p:cNvPr>
          <p:cNvSpPr/>
          <p:nvPr/>
        </p:nvSpPr>
        <p:spPr>
          <a:xfrm>
            <a:off x="9492281" y="3204755"/>
            <a:ext cx="406131" cy="4350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8C7DC13-EBF6-9543-8B2A-2E793AF43F81}"/>
              </a:ext>
            </a:extLst>
          </p:cNvPr>
          <p:cNvSpPr/>
          <p:nvPr/>
        </p:nvSpPr>
        <p:spPr>
          <a:xfrm>
            <a:off x="9505775" y="3791936"/>
            <a:ext cx="406132" cy="4350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32C9F94-55D2-BE41-BEEB-CE7A768FCA27}"/>
              </a:ext>
            </a:extLst>
          </p:cNvPr>
          <p:cNvSpPr/>
          <p:nvPr/>
        </p:nvSpPr>
        <p:spPr>
          <a:xfrm>
            <a:off x="9503094" y="4482054"/>
            <a:ext cx="406132" cy="4113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6754A62-38D7-FE47-BDC5-18365270F87A}"/>
              </a:ext>
            </a:extLst>
          </p:cNvPr>
          <p:cNvCxnSpPr>
            <a:cxnSpLocks/>
            <a:stCxn id="97" idx="6"/>
            <a:endCxn id="100" idx="2"/>
          </p:cNvCxnSpPr>
          <p:nvPr/>
        </p:nvCxnSpPr>
        <p:spPr>
          <a:xfrm flipV="1">
            <a:off x="8764542" y="2712615"/>
            <a:ext cx="713468" cy="9309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79CA513-AF2F-CE41-8620-C33CE949150C}"/>
              </a:ext>
            </a:extLst>
          </p:cNvPr>
          <p:cNvCxnSpPr>
            <a:cxnSpLocks/>
            <a:stCxn id="97" idx="6"/>
            <a:endCxn id="101" idx="2"/>
          </p:cNvCxnSpPr>
          <p:nvPr/>
        </p:nvCxnSpPr>
        <p:spPr>
          <a:xfrm flipV="1">
            <a:off x="8764542" y="3422284"/>
            <a:ext cx="727739" cy="221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E39E1A0-CF78-6245-BED4-A52659E7F380}"/>
              </a:ext>
            </a:extLst>
          </p:cNvPr>
          <p:cNvCxnSpPr>
            <a:cxnSpLocks/>
            <a:stCxn id="97" idx="6"/>
            <a:endCxn id="102" idx="2"/>
          </p:cNvCxnSpPr>
          <p:nvPr/>
        </p:nvCxnSpPr>
        <p:spPr>
          <a:xfrm>
            <a:off x="8764542" y="3643521"/>
            <a:ext cx="741233" cy="3659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F032FEE-99C6-4D48-92CC-DE4505E195EF}"/>
              </a:ext>
            </a:extLst>
          </p:cNvPr>
          <p:cNvCxnSpPr>
            <a:cxnSpLocks/>
            <a:stCxn id="97" idx="6"/>
            <a:endCxn id="103" idx="2"/>
          </p:cNvCxnSpPr>
          <p:nvPr/>
        </p:nvCxnSpPr>
        <p:spPr>
          <a:xfrm>
            <a:off x="8764542" y="3643521"/>
            <a:ext cx="738552" cy="10442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29E5D79-6948-7C4B-98D9-1D97B60946D2}"/>
              </a:ext>
            </a:extLst>
          </p:cNvPr>
          <p:cNvCxnSpPr>
            <a:cxnSpLocks/>
            <a:stCxn id="98" idx="6"/>
            <a:endCxn id="102" idx="2"/>
          </p:cNvCxnSpPr>
          <p:nvPr/>
        </p:nvCxnSpPr>
        <p:spPr>
          <a:xfrm flipV="1">
            <a:off x="8764542" y="4009465"/>
            <a:ext cx="741233" cy="23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9D2CF06D-6B5E-954A-85E0-215527B464A0}"/>
              </a:ext>
            </a:extLst>
          </p:cNvPr>
          <p:cNvCxnSpPr>
            <a:cxnSpLocks/>
            <a:stCxn id="98" idx="6"/>
            <a:endCxn id="103" idx="2"/>
          </p:cNvCxnSpPr>
          <p:nvPr/>
        </p:nvCxnSpPr>
        <p:spPr>
          <a:xfrm>
            <a:off x="8764542" y="4243139"/>
            <a:ext cx="738552" cy="4445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EB1477E-256F-884E-946E-E3841B113EFC}"/>
              </a:ext>
            </a:extLst>
          </p:cNvPr>
          <p:cNvCxnSpPr>
            <a:cxnSpLocks/>
            <a:stCxn id="99" idx="6"/>
            <a:endCxn id="103" idx="2"/>
          </p:cNvCxnSpPr>
          <p:nvPr/>
        </p:nvCxnSpPr>
        <p:spPr>
          <a:xfrm flipV="1">
            <a:off x="8764542" y="4687728"/>
            <a:ext cx="738552" cy="224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DE305A0E-C6A7-3346-A371-0DB997157EC3}"/>
              </a:ext>
            </a:extLst>
          </p:cNvPr>
          <p:cNvCxnSpPr>
            <a:cxnSpLocks/>
            <a:stCxn id="99" idx="6"/>
            <a:endCxn id="102" idx="2"/>
          </p:cNvCxnSpPr>
          <p:nvPr/>
        </p:nvCxnSpPr>
        <p:spPr>
          <a:xfrm flipV="1">
            <a:off x="8764542" y="4009465"/>
            <a:ext cx="741233" cy="903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CFDE18CD-26DA-A34C-BFCA-EEE1202C1797}"/>
              </a:ext>
            </a:extLst>
          </p:cNvPr>
          <p:cNvCxnSpPr>
            <a:cxnSpLocks/>
            <a:stCxn id="99" idx="6"/>
            <a:endCxn id="101" idx="2"/>
          </p:cNvCxnSpPr>
          <p:nvPr/>
        </p:nvCxnSpPr>
        <p:spPr>
          <a:xfrm flipV="1">
            <a:off x="8764542" y="3422284"/>
            <a:ext cx="727739" cy="14902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C9E302B3-07BF-3047-81F5-FB02CA6B4C72}"/>
              </a:ext>
            </a:extLst>
          </p:cNvPr>
          <p:cNvCxnSpPr>
            <a:cxnSpLocks/>
            <a:stCxn id="99" idx="6"/>
            <a:endCxn id="100" idx="2"/>
          </p:cNvCxnSpPr>
          <p:nvPr/>
        </p:nvCxnSpPr>
        <p:spPr>
          <a:xfrm flipV="1">
            <a:off x="8764542" y="2712615"/>
            <a:ext cx="713468" cy="21999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38A58E9-48DF-D94F-AFDD-3CA0A4749585}"/>
              </a:ext>
            </a:extLst>
          </p:cNvPr>
          <p:cNvCxnSpPr>
            <a:cxnSpLocks/>
            <a:stCxn id="98" idx="6"/>
            <a:endCxn id="100" idx="2"/>
          </p:cNvCxnSpPr>
          <p:nvPr/>
        </p:nvCxnSpPr>
        <p:spPr>
          <a:xfrm flipV="1">
            <a:off x="8764542" y="2712615"/>
            <a:ext cx="713468" cy="1530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B7A84149-A3E5-D24F-993B-0FCB80DF1B2C}"/>
              </a:ext>
            </a:extLst>
          </p:cNvPr>
          <p:cNvSpPr/>
          <p:nvPr/>
        </p:nvSpPr>
        <p:spPr>
          <a:xfrm>
            <a:off x="10427979" y="3521608"/>
            <a:ext cx="406132" cy="41134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DC834FA-56D8-C045-97C1-8D3FFF51CF80}"/>
              </a:ext>
            </a:extLst>
          </p:cNvPr>
          <p:cNvCxnSpPr>
            <a:cxnSpLocks/>
            <a:stCxn id="100" idx="6"/>
            <a:endCxn id="115" idx="2"/>
          </p:cNvCxnSpPr>
          <p:nvPr/>
        </p:nvCxnSpPr>
        <p:spPr>
          <a:xfrm>
            <a:off x="9884141" y="2712615"/>
            <a:ext cx="543838" cy="1014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793743E-96B0-FA4E-B67E-7230B484FF25}"/>
              </a:ext>
            </a:extLst>
          </p:cNvPr>
          <p:cNvCxnSpPr>
            <a:cxnSpLocks/>
            <a:stCxn id="101" idx="6"/>
            <a:endCxn id="115" idx="2"/>
          </p:cNvCxnSpPr>
          <p:nvPr/>
        </p:nvCxnSpPr>
        <p:spPr>
          <a:xfrm>
            <a:off x="9898412" y="3422284"/>
            <a:ext cx="529567" cy="304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243BA092-7216-B744-B155-F6631EBC78F8}"/>
              </a:ext>
            </a:extLst>
          </p:cNvPr>
          <p:cNvCxnSpPr>
            <a:cxnSpLocks/>
            <a:stCxn id="102" idx="6"/>
            <a:endCxn id="115" idx="2"/>
          </p:cNvCxnSpPr>
          <p:nvPr/>
        </p:nvCxnSpPr>
        <p:spPr>
          <a:xfrm flipV="1">
            <a:off x="9911907" y="3727282"/>
            <a:ext cx="516072" cy="2821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67CC8F9F-27E7-4E44-B8D5-0D12E2972CDE}"/>
              </a:ext>
            </a:extLst>
          </p:cNvPr>
          <p:cNvCxnSpPr>
            <a:cxnSpLocks/>
            <a:stCxn id="103" idx="6"/>
            <a:endCxn id="115" idx="2"/>
          </p:cNvCxnSpPr>
          <p:nvPr/>
        </p:nvCxnSpPr>
        <p:spPr>
          <a:xfrm flipV="1">
            <a:off x="9909226" y="3727282"/>
            <a:ext cx="518753" cy="9604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CB001433-1E01-FA42-B5FE-B8647244D6DD}"/>
              </a:ext>
            </a:extLst>
          </p:cNvPr>
          <p:cNvSpPr/>
          <p:nvPr/>
        </p:nvSpPr>
        <p:spPr>
          <a:xfrm>
            <a:off x="8361264" y="2746185"/>
            <a:ext cx="406132" cy="400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2DC14F5-53B8-4B43-A286-74627C19813D}"/>
              </a:ext>
            </a:extLst>
          </p:cNvPr>
          <p:cNvCxnSpPr>
            <a:cxnSpLocks/>
            <a:stCxn id="120" idx="6"/>
            <a:endCxn id="100" idx="2"/>
          </p:cNvCxnSpPr>
          <p:nvPr/>
        </p:nvCxnSpPr>
        <p:spPr>
          <a:xfrm flipV="1">
            <a:off x="8767396" y="2712615"/>
            <a:ext cx="710614" cy="23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7457AD2-5519-9144-9027-4CF520965A71}"/>
              </a:ext>
            </a:extLst>
          </p:cNvPr>
          <p:cNvCxnSpPr>
            <a:cxnSpLocks/>
            <a:stCxn id="120" idx="6"/>
            <a:endCxn id="101" idx="2"/>
          </p:cNvCxnSpPr>
          <p:nvPr/>
        </p:nvCxnSpPr>
        <p:spPr>
          <a:xfrm>
            <a:off x="8767396" y="2946289"/>
            <a:ext cx="724885" cy="4759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1726981-1C8A-E248-8117-A865C40402FA}"/>
              </a:ext>
            </a:extLst>
          </p:cNvPr>
          <p:cNvCxnSpPr>
            <a:cxnSpLocks/>
            <a:stCxn id="120" idx="6"/>
            <a:endCxn id="102" idx="2"/>
          </p:cNvCxnSpPr>
          <p:nvPr/>
        </p:nvCxnSpPr>
        <p:spPr>
          <a:xfrm>
            <a:off x="8767396" y="2946289"/>
            <a:ext cx="738379" cy="10631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EDFC1185-C829-9F49-8046-EB280DD4B994}"/>
              </a:ext>
            </a:extLst>
          </p:cNvPr>
          <p:cNvCxnSpPr>
            <a:cxnSpLocks/>
            <a:stCxn id="120" idx="6"/>
            <a:endCxn id="103" idx="2"/>
          </p:cNvCxnSpPr>
          <p:nvPr/>
        </p:nvCxnSpPr>
        <p:spPr>
          <a:xfrm>
            <a:off x="8767396" y="2946289"/>
            <a:ext cx="735698" cy="1741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3B5453D-7447-FC4F-93F7-F8F0506A6460}"/>
              </a:ext>
            </a:extLst>
          </p:cNvPr>
          <p:cNvCxnSpPr>
            <a:cxnSpLocks/>
            <a:stCxn id="115" idx="6"/>
          </p:cNvCxnSpPr>
          <p:nvPr/>
        </p:nvCxnSpPr>
        <p:spPr>
          <a:xfrm>
            <a:off x="10834111" y="3727282"/>
            <a:ext cx="4061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57A3430-A5A9-7E4D-92A6-CCF2E4F3DA2E}"/>
              </a:ext>
            </a:extLst>
          </p:cNvPr>
          <p:cNvGrpSpPr/>
          <p:nvPr/>
        </p:nvGrpSpPr>
        <p:grpSpPr>
          <a:xfrm>
            <a:off x="11414665" y="3509535"/>
            <a:ext cx="300082" cy="469854"/>
            <a:chOff x="10048991" y="2196648"/>
            <a:chExt cx="300082" cy="469854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6E0AB075-0F5E-634C-9B5A-123FA9FF37F1}"/>
                </a:ext>
              </a:extLst>
            </p:cNvPr>
            <p:cNvSpPr/>
            <p:nvPr/>
          </p:nvSpPr>
          <p:spPr>
            <a:xfrm>
              <a:off x="10048991" y="2297170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CC6A9EA-9411-7144-A1C6-7769C187CEFC}"/>
                </a:ext>
              </a:extLst>
            </p:cNvPr>
            <p:cNvSpPr/>
            <p:nvPr/>
          </p:nvSpPr>
          <p:spPr>
            <a:xfrm>
              <a:off x="10048991" y="219664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^</a:t>
              </a:r>
            </a:p>
          </p:txBody>
        </p:sp>
      </p:grpSp>
      <p:sp>
        <p:nvSpPr>
          <p:cNvPr id="129" name="Oval 128">
            <a:extLst>
              <a:ext uri="{FF2B5EF4-FFF2-40B4-BE49-F238E27FC236}">
                <a16:creationId xmlns:a16="http://schemas.microsoft.com/office/drawing/2014/main" id="{EB4121BD-879F-C742-924F-9E7DF8C526EE}"/>
              </a:ext>
            </a:extLst>
          </p:cNvPr>
          <p:cNvSpPr/>
          <p:nvPr/>
        </p:nvSpPr>
        <p:spPr>
          <a:xfrm>
            <a:off x="8359780" y="2097412"/>
            <a:ext cx="406132" cy="400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D1D2355-DBD7-8043-BFC3-D22DCE83037E}"/>
              </a:ext>
            </a:extLst>
          </p:cNvPr>
          <p:cNvCxnSpPr>
            <a:cxnSpLocks/>
            <a:stCxn id="129" idx="6"/>
            <a:endCxn id="100" idx="2"/>
          </p:cNvCxnSpPr>
          <p:nvPr/>
        </p:nvCxnSpPr>
        <p:spPr>
          <a:xfrm>
            <a:off x="8765912" y="2297516"/>
            <a:ext cx="712098" cy="415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33E033F-2F16-8542-812E-8F28A6A48A82}"/>
              </a:ext>
            </a:extLst>
          </p:cNvPr>
          <p:cNvCxnSpPr>
            <a:cxnSpLocks/>
            <a:stCxn id="129" idx="6"/>
            <a:endCxn id="101" idx="2"/>
          </p:cNvCxnSpPr>
          <p:nvPr/>
        </p:nvCxnSpPr>
        <p:spPr>
          <a:xfrm>
            <a:off x="8765912" y="2297516"/>
            <a:ext cx="726369" cy="1124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0BC5978-AD63-2245-BAF7-5BC6CA4ACE3D}"/>
              </a:ext>
            </a:extLst>
          </p:cNvPr>
          <p:cNvCxnSpPr>
            <a:cxnSpLocks/>
            <a:stCxn id="129" idx="6"/>
            <a:endCxn id="102" idx="2"/>
          </p:cNvCxnSpPr>
          <p:nvPr/>
        </p:nvCxnSpPr>
        <p:spPr>
          <a:xfrm>
            <a:off x="8765912" y="2297516"/>
            <a:ext cx="739863" cy="1711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3CB9162A-F380-994D-AAF6-91040D8DC95C}"/>
              </a:ext>
            </a:extLst>
          </p:cNvPr>
          <p:cNvCxnSpPr>
            <a:cxnSpLocks/>
            <a:stCxn id="129" idx="6"/>
            <a:endCxn id="103" idx="2"/>
          </p:cNvCxnSpPr>
          <p:nvPr/>
        </p:nvCxnSpPr>
        <p:spPr>
          <a:xfrm>
            <a:off x="8765912" y="2297516"/>
            <a:ext cx="737182" cy="23902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D9A7D41-5876-6142-977D-655D7CFD026C}"/>
              </a:ext>
            </a:extLst>
          </p:cNvPr>
          <p:cNvSpPr/>
          <p:nvPr/>
        </p:nvSpPr>
        <p:spPr>
          <a:xfrm>
            <a:off x="3208441" y="876481"/>
            <a:ext cx="15856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[cv1, cv2, …  ]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EAAB18E-5AD0-3D46-B6D9-45D327F6E8C2}"/>
              </a:ext>
            </a:extLst>
          </p:cNvPr>
          <p:cNvSpPr/>
          <p:nvPr/>
        </p:nvSpPr>
        <p:spPr>
          <a:xfrm>
            <a:off x="4312356" y="3010069"/>
            <a:ext cx="184375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e211, e212, e213, …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e221, e222, e223, …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…</a:t>
            </a:r>
          </a:p>
          <a:p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e2n1, e2n2, e2n3 …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636C29B2-39F2-B746-913D-A212301A7873}"/>
              </a:ext>
            </a:extLst>
          </p:cNvPr>
          <p:cNvSpPr/>
          <p:nvPr/>
        </p:nvSpPr>
        <p:spPr>
          <a:xfrm>
            <a:off x="5365233" y="2095340"/>
            <a:ext cx="524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e1ij</a:t>
            </a:r>
            <a:endParaRPr lang="en-US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C44B685-6EF3-4A4B-8D9B-706FAC832027}"/>
              </a:ext>
            </a:extLst>
          </p:cNvPr>
          <p:cNvSpPr/>
          <p:nvPr/>
        </p:nvSpPr>
        <p:spPr>
          <a:xfrm>
            <a:off x="5485912" y="5095852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eij</a:t>
            </a:r>
            <a:endParaRPr lang="en-US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DEE28807-851C-0B49-9E42-5B32559ED55B}"/>
              </a:ext>
            </a:extLst>
          </p:cNvPr>
          <p:cNvSpPr/>
          <p:nvPr/>
        </p:nvSpPr>
        <p:spPr>
          <a:xfrm>
            <a:off x="8188775" y="5982021"/>
            <a:ext cx="26441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(Fully connected layers)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6CD2BF7-C2AE-6A42-B3FE-60AEE3699419}"/>
              </a:ext>
            </a:extLst>
          </p:cNvPr>
          <p:cNvCxnSpPr>
            <a:cxnSpLocks/>
          </p:cNvCxnSpPr>
          <p:nvPr/>
        </p:nvCxnSpPr>
        <p:spPr>
          <a:xfrm>
            <a:off x="3904581" y="1392816"/>
            <a:ext cx="2307805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F7A4074-E543-F548-A815-34CBA2CF20DE}"/>
              </a:ext>
            </a:extLst>
          </p:cNvPr>
          <p:cNvSpPr/>
          <p:nvPr/>
        </p:nvSpPr>
        <p:spPr>
          <a:xfrm>
            <a:off x="2686225" y="647700"/>
            <a:ext cx="9156005" cy="605290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C9DA138-EC3D-9649-B37B-BED3909B22E5}"/>
              </a:ext>
            </a:extLst>
          </p:cNvPr>
          <p:cNvSpPr/>
          <p:nvPr/>
        </p:nvSpPr>
        <p:spPr>
          <a:xfrm>
            <a:off x="6091959" y="3032952"/>
            <a:ext cx="21563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e2:[ e2i1, e2i2, … ] 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A9CF2A1-BECB-B34F-B854-6B13025544EE}"/>
              </a:ext>
            </a:extLst>
          </p:cNvPr>
          <p:cNvSpPr/>
          <p:nvPr/>
        </p:nvSpPr>
        <p:spPr>
          <a:xfrm>
            <a:off x="6103658" y="1895093"/>
            <a:ext cx="21563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e1:[ e1i1, e1i2, … ] 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8B37B12-6820-9A44-A689-2E3A011D4072}"/>
              </a:ext>
            </a:extLst>
          </p:cNvPr>
          <p:cNvSpPr/>
          <p:nvPr/>
        </p:nvSpPr>
        <p:spPr>
          <a:xfrm>
            <a:off x="6042903" y="4851518"/>
            <a:ext cx="21659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eK:[ eKi1, eKi2, … ] 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F8FB7CC-3FAC-CB4C-AD23-4158628CAD16}"/>
              </a:ext>
            </a:extLst>
          </p:cNvPr>
          <p:cNvCxnSpPr>
            <a:cxnSpLocks/>
          </p:cNvCxnSpPr>
          <p:nvPr/>
        </p:nvCxnSpPr>
        <p:spPr>
          <a:xfrm flipV="1">
            <a:off x="822510" y="3494708"/>
            <a:ext cx="1810241" cy="112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7621946-D982-7546-8603-8D7149772748}"/>
              </a:ext>
            </a:extLst>
          </p:cNvPr>
          <p:cNvSpPr/>
          <p:nvPr/>
        </p:nvSpPr>
        <p:spPr>
          <a:xfrm>
            <a:off x="4575840" y="5981519"/>
            <a:ext cx="22334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(Embeddings Layer)</a:t>
            </a:r>
          </a:p>
        </p:txBody>
      </p:sp>
    </p:spTree>
    <p:extLst>
      <p:ext uri="{BB962C8B-B14F-4D97-AF65-F5344CB8AC3E}">
        <p14:creationId xmlns:p14="http://schemas.microsoft.com/office/powerpoint/2010/main" val="801732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17268</TotalTime>
  <Words>140</Words>
  <Application>Microsoft Macintosh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Data Processing and Machine Learning Pipeline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49</cp:revision>
  <dcterms:created xsi:type="dcterms:W3CDTF">2019-04-08T21:29:46Z</dcterms:created>
  <dcterms:modified xsi:type="dcterms:W3CDTF">2019-05-21T16:34:07Z</dcterms:modified>
</cp:coreProperties>
</file>